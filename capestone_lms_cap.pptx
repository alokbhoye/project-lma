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20"/>
  </p:notesMasterIdLst>
  <p:handoutMasterIdLst>
    <p:handoutMasterId r:id="rId21"/>
  </p:handoutMasterIdLst>
  <p:sldIdLst>
    <p:sldId id="268" r:id="rId6"/>
    <p:sldId id="261" r:id="rId7"/>
    <p:sldId id="266" r:id="rId8"/>
    <p:sldId id="269" r:id="rId9"/>
    <p:sldId id="270" r:id="rId10"/>
    <p:sldId id="272" r:id="rId11"/>
    <p:sldId id="271" r:id="rId12"/>
    <p:sldId id="284" r:id="rId13"/>
    <p:sldId id="273" r:id="rId14"/>
    <p:sldId id="274" r:id="rId15"/>
    <p:sldId id="283" r:id="rId16"/>
    <p:sldId id="275" r:id="rId17"/>
    <p:sldId id="285" r:id="rId18"/>
    <p:sldId id="26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7FA"/>
    <a:srgbClr val="F7FBFE"/>
    <a:srgbClr val="004880"/>
    <a:srgbClr val="FFDF7D"/>
    <a:srgbClr val="66B3E4"/>
    <a:srgbClr val="ECECEC"/>
    <a:srgbClr val="7FA3BF"/>
    <a:srgbClr val="595959"/>
    <a:srgbClr val="F9F0E0"/>
    <a:srgbClr val="E7E2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9EA45B-5FE5-5C09-65D7-7E00794BDF03}" v="3" dt="2026-02-09T15:42:33.7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09" autoAdjust="0"/>
    <p:restoredTop sz="94660"/>
  </p:normalViewPr>
  <p:slideViewPr>
    <p:cSldViewPr snapToGrid="0">
      <p:cViewPr varScale="1">
        <p:scale>
          <a:sx n="74" d="100"/>
          <a:sy n="74" d="100"/>
        </p:scale>
        <p:origin x="706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F55359-B469-4CA1-A673-295BE14952A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164DC5-9BDF-40F5-A238-77D8808195D9}">
      <dgm:prSet/>
      <dgm:spPr/>
      <dgm:t>
        <a:bodyPr/>
        <a:lstStyle/>
        <a:p>
          <a:r>
            <a:rPr lang="en-IN" b="0" dirty="0">
              <a:latin typeface="Bahnschrift" panose="020B0502040204020203" pitchFamily="34" charset="0"/>
            </a:rPr>
            <a:t>✔ Real-time ingestion of loan data</a:t>
          </a:r>
          <a:endParaRPr lang="en-US" dirty="0">
            <a:latin typeface="Bahnschrift" panose="020B0502040204020203" pitchFamily="34" charset="0"/>
          </a:endParaRPr>
        </a:p>
      </dgm:t>
    </dgm:pt>
    <dgm:pt modelId="{9088A23C-4603-4237-B94D-018D2A647ECD}" type="parTrans" cxnId="{D686A212-A691-4F94-BB16-8B18C8651F04}">
      <dgm:prSet/>
      <dgm:spPr/>
      <dgm:t>
        <a:bodyPr/>
        <a:lstStyle/>
        <a:p>
          <a:endParaRPr lang="en-US"/>
        </a:p>
      </dgm:t>
    </dgm:pt>
    <dgm:pt modelId="{DF936AC8-69C1-49F9-A22F-0437744A5119}" type="sibTrans" cxnId="{D686A212-A691-4F94-BB16-8B18C8651F04}">
      <dgm:prSet/>
      <dgm:spPr/>
      <dgm:t>
        <a:bodyPr/>
        <a:lstStyle/>
        <a:p>
          <a:endParaRPr lang="en-US"/>
        </a:p>
      </dgm:t>
    </dgm:pt>
    <dgm:pt modelId="{D97DB4C2-B876-4256-8613-CD9F83A653AE}">
      <dgm:prSet/>
      <dgm:spPr/>
      <dgm:t>
        <a:bodyPr/>
        <a:lstStyle/>
        <a:p>
          <a:r>
            <a:rPr lang="en-IN" b="0" dirty="0">
              <a:latin typeface="Bahnschrift" panose="020B0502040204020203" pitchFamily="34" charset="0"/>
            </a:rPr>
            <a:t>✔ Centralized analytics platform</a:t>
          </a:r>
          <a:endParaRPr lang="en-US" dirty="0">
            <a:latin typeface="Bahnschrift" panose="020B0502040204020203" pitchFamily="34" charset="0"/>
          </a:endParaRPr>
        </a:p>
      </dgm:t>
    </dgm:pt>
    <dgm:pt modelId="{94FC99F4-E51C-4DF4-AFEE-3430E719BDFB}" type="parTrans" cxnId="{53098966-FCC6-48F6-8B4E-280E10F228F9}">
      <dgm:prSet/>
      <dgm:spPr/>
      <dgm:t>
        <a:bodyPr/>
        <a:lstStyle/>
        <a:p>
          <a:endParaRPr lang="en-US"/>
        </a:p>
      </dgm:t>
    </dgm:pt>
    <dgm:pt modelId="{B6608214-4177-4F89-BF53-337B7106CC12}" type="sibTrans" cxnId="{53098966-FCC6-48F6-8B4E-280E10F228F9}">
      <dgm:prSet/>
      <dgm:spPr/>
      <dgm:t>
        <a:bodyPr/>
        <a:lstStyle/>
        <a:p>
          <a:endParaRPr lang="en-US"/>
        </a:p>
      </dgm:t>
    </dgm:pt>
    <dgm:pt modelId="{1E095EF4-6EFF-4F84-9E7F-F4F64EE949F6}">
      <dgm:prSet/>
      <dgm:spPr/>
      <dgm:t>
        <a:bodyPr/>
        <a:lstStyle/>
        <a:p>
          <a:r>
            <a:rPr lang="en-IN" b="0" dirty="0">
              <a:latin typeface="Bahnschrift" panose="020B0502040204020203" pitchFamily="34" charset="0"/>
            </a:rPr>
            <a:t>✔ Historical tracking using SCD Type 2</a:t>
          </a:r>
          <a:endParaRPr lang="en-US" dirty="0">
            <a:latin typeface="Bahnschrift" panose="020B0502040204020203" pitchFamily="34" charset="0"/>
          </a:endParaRPr>
        </a:p>
      </dgm:t>
    </dgm:pt>
    <dgm:pt modelId="{1C941A0B-8567-4C7E-B0CD-1C4183A5F693}" type="parTrans" cxnId="{C7145812-ADB0-4F40-A520-5BEDB209571F}">
      <dgm:prSet/>
      <dgm:spPr/>
      <dgm:t>
        <a:bodyPr/>
        <a:lstStyle/>
        <a:p>
          <a:endParaRPr lang="en-US"/>
        </a:p>
      </dgm:t>
    </dgm:pt>
    <dgm:pt modelId="{B148BB01-1467-4A11-899B-69747D8D3FA0}" type="sibTrans" cxnId="{C7145812-ADB0-4F40-A520-5BEDB209571F}">
      <dgm:prSet/>
      <dgm:spPr/>
      <dgm:t>
        <a:bodyPr/>
        <a:lstStyle/>
        <a:p>
          <a:endParaRPr lang="en-US"/>
        </a:p>
      </dgm:t>
    </dgm:pt>
    <dgm:pt modelId="{92582473-C341-4BFC-86EE-AF85537DBC6E}">
      <dgm:prSet/>
      <dgm:spPr/>
      <dgm:t>
        <a:bodyPr/>
        <a:lstStyle/>
        <a:p>
          <a:r>
            <a:rPr lang="en-IN" b="0" dirty="0">
              <a:latin typeface="Bahnschrift" panose="020B0502040204020203" pitchFamily="34" charset="0"/>
            </a:rPr>
            <a:t>✔ Interactive dashboards for KPIs</a:t>
          </a:r>
          <a:endParaRPr lang="en-US" dirty="0">
            <a:latin typeface="Bahnschrift" panose="020B0502040204020203" pitchFamily="34" charset="0"/>
          </a:endParaRPr>
        </a:p>
      </dgm:t>
    </dgm:pt>
    <dgm:pt modelId="{6631C858-137B-4DD8-BE6D-DCE4EF9537B0}" type="parTrans" cxnId="{C8DA08A4-F302-40A8-A2F3-7469E168032A}">
      <dgm:prSet/>
      <dgm:spPr/>
      <dgm:t>
        <a:bodyPr/>
        <a:lstStyle/>
        <a:p>
          <a:endParaRPr lang="en-US"/>
        </a:p>
      </dgm:t>
    </dgm:pt>
    <dgm:pt modelId="{9BB779C8-ACF4-42EB-9089-105675E198B0}" type="sibTrans" cxnId="{C8DA08A4-F302-40A8-A2F3-7469E168032A}">
      <dgm:prSet/>
      <dgm:spPr/>
      <dgm:t>
        <a:bodyPr/>
        <a:lstStyle/>
        <a:p>
          <a:endParaRPr lang="en-US"/>
        </a:p>
      </dgm:t>
    </dgm:pt>
    <dgm:pt modelId="{3B301FA8-51C5-4F05-829A-C2A46CCA7EE4}">
      <dgm:prSet/>
      <dgm:spPr/>
      <dgm:t>
        <a:bodyPr/>
        <a:lstStyle/>
        <a:p>
          <a:r>
            <a:rPr lang="en-IN" b="0" dirty="0">
              <a:latin typeface="Bahnschrift" panose="020B0502040204020203" pitchFamily="34" charset="0"/>
            </a:rPr>
            <a:t>✔ AI-powered business querying &amp; knowledge assistant</a:t>
          </a:r>
          <a:endParaRPr lang="en-US" dirty="0">
            <a:latin typeface="Bahnschrift" panose="020B0502040204020203" pitchFamily="34" charset="0"/>
          </a:endParaRPr>
        </a:p>
      </dgm:t>
    </dgm:pt>
    <dgm:pt modelId="{1B707A3E-0999-4763-AD7F-054D24873AFD}" type="parTrans" cxnId="{9A658DA6-2C45-408E-AFD1-39EF091EB825}">
      <dgm:prSet/>
      <dgm:spPr/>
      <dgm:t>
        <a:bodyPr/>
        <a:lstStyle/>
        <a:p>
          <a:endParaRPr lang="en-US"/>
        </a:p>
      </dgm:t>
    </dgm:pt>
    <dgm:pt modelId="{37581D0E-F4BC-4979-AFDD-1FB697EC75A6}" type="sibTrans" cxnId="{9A658DA6-2C45-408E-AFD1-39EF091EB825}">
      <dgm:prSet/>
      <dgm:spPr/>
      <dgm:t>
        <a:bodyPr/>
        <a:lstStyle/>
        <a:p>
          <a:endParaRPr lang="en-US"/>
        </a:p>
      </dgm:t>
    </dgm:pt>
    <dgm:pt modelId="{DB35A1B1-0289-467C-8969-1312DA8D6D10}" type="pres">
      <dgm:prSet presAssocID="{62F55359-B469-4CA1-A673-295BE14952A2}" presName="root" presStyleCnt="0">
        <dgm:presLayoutVars>
          <dgm:dir/>
          <dgm:resizeHandles val="exact"/>
        </dgm:presLayoutVars>
      </dgm:prSet>
      <dgm:spPr/>
    </dgm:pt>
    <dgm:pt modelId="{E583FD1A-85A6-474D-955A-07363D34348C}" type="pres">
      <dgm:prSet presAssocID="{25164DC5-9BDF-40F5-A238-77D8808195D9}" presName="compNode" presStyleCnt="0"/>
      <dgm:spPr/>
    </dgm:pt>
    <dgm:pt modelId="{0E60CC22-9345-4ADC-8831-70437A5B6922}" type="pres">
      <dgm:prSet presAssocID="{25164DC5-9BDF-40F5-A238-77D8808195D9}" presName="bgRect" presStyleLbl="bgShp" presStyleIdx="0" presStyleCnt="5"/>
      <dgm:spPr/>
    </dgm:pt>
    <dgm:pt modelId="{FA578214-E6CF-4BAE-9985-3F397C6CEB11}" type="pres">
      <dgm:prSet presAssocID="{25164DC5-9BDF-40F5-A238-77D8808195D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1E671BE9-49B2-459D-A161-E3AC4CB5DC31}" type="pres">
      <dgm:prSet presAssocID="{25164DC5-9BDF-40F5-A238-77D8808195D9}" presName="spaceRect" presStyleCnt="0"/>
      <dgm:spPr/>
    </dgm:pt>
    <dgm:pt modelId="{DB843001-B05B-496B-BE3A-9A06EFA63113}" type="pres">
      <dgm:prSet presAssocID="{25164DC5-9BDF-40F5-A238-77D8808195D9}" presName="parTx" presStyleLbl="revTx" presStyleIdx="0" presStyleCnt="5">
        <dgm:presLayoutVars>
          <dgm:chMax val="0"/>
          <dgm:chPref val="0"/>
        </dgm:presLayoutVars>
      </dgm:prSet>
      <dgm:spPr/>
    </dgm:pt>
    <dgm:pt modelId="{3042F631-5671-4EAB-B1C1-7B32756B9BD6}" type="pres">
      <dgm:prSet presAssocID="{DF936AC8-69C1-49F9-A22F-0437744A5119}" presName="sibTrans" presStyleCnt="0"/>
      <dgm:spPr/>
    </dgm:pt>
    <dgm:pt modelId="{5D92E8F4-D8B6-4CBA-A611-ADE767A11F23}" type="pres">
      <dgm:prSet presAssocID="{D97DB4C2-B876-4256-8613-CD9F83A653AE}" presName="compNode" presStyleCnt="0"/>
      <dgm:spPr/>
    </dgm:pt>
    <dgm:pt modelId="{21AC3081-ADB9-41CB-BBB6-BDB4A2B1E355}" type="pres">
      <dgm:prSet presAssocID="{D97DB4C2-B876-4256-8613-CD9F83A653AE}" presName="bgRect" presStyleLbl="bgShp" presStyleIdx="1" presStyleCnt="5"/>
      <dgm:spPr/>
    </dgm:pt>
    <dgm:pt modelId="{971021C8-A474-4F25-892B-9C34D31EE22F}" type="pres">
      <dgm:prSet presAssocID="{D97DB4C2-B876-4256-8613-CD9F83A653A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B5D8B2E-680C-4751-9C90-877C545CEF75}" type="pres">
      <dgm:prSet presAssocID="{D97DB4C2-B876-4256-8613-CD9F83A653AE}" presName="spaceRect" presStyleCnt="0"/>
      <dgm:spPr/>
    </dgm:pt>
    <dgm:pt modelId="{9FB45B3E-1961-488F-B516-4434C2A6EBAB}" type="pres">
      <dgm:prSet presAssocID="{D97DB4C2-B876-4256-8613-CD9F83A653AE}" presName="parTx" presStyleLbl="revTx" presStyleIdx="1" presStyleCnt="5">
        <dgm:presLayoutVars>
          <dgm:chMax val="0"/>
          <dgm:chPref val="0"/>
        </dgm:presLayoutVars>
      </dgm:prSet>
      <dgm:spPr/>
    </dgm:pt>
    <dgm:pt modelId="{23D624B2-1C79-45AD-BF30-EF1C9C3A48F4}" type="pres">
      <dgm:prSet presAssocID="{B6608214-4177-4F89-BF53-337B7106CC12}" presName="sibTrans" presStyleCnt="0"/>
      <dgm:spPr/>
    </dgm:pt>
    <dgm:pt modelId="{72F8C817-ADAA-4A0E-AAB2-4EF3A7425B84}" type="pres">
      <dgm:prSet presAssocID="{1E095EF4-6EFF-4F84-9E7F-F4F64EE949F6}" presName="compNode" presStyleCnt="0"/>
      <dgm:spPr/>
    </dgm:pt>
    <dgm:pt modelId="{0C8737BE-26CD-4D72-AB01-B3EC5F22A986}" type="pres">
      <dgm:prSet presAssocID="{1E095EF4-6EFF-4F84-9E7F-F4F64EE949F6}" presName="bgRect" presStyleLbl="bgShp" presStyleIdx="2" presStyleCnt="5"/>
      <dgm:spPr/>
    </dgm:pt>
    <dgm:pt modelId="{823A7435-2BB5-46C9-ADC0-806F36448A5F}" type="pres">
      <dgm:prSet presAssocID="{1E095EF4-6EFF-4F84-9E7F-F4F64EE949F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F29F4CC3-C932-4267-A292-0AF3A534D18E}" type="pres">
      <dgm:prSet presAssocID="{1E095EF4-6EFF-4F84-9E7F-F4F64EE949F6}" presName="spaceRect" presStyleCnt="0"/>
      <dgm:spPr/>
    </dgm:pt>
    <dgm:pt modelId="{14BADCAC-4D2B-4086-8129-1F6045A07911}" type="pres">
      <dgm:prSet presAssocID="{1E095EF4-6EFF-4F84-9E7F-F4F64EE949F6}" presName="parTx" presStyleLbl="revTx" presStyleIdx="2" presStyleCnt="5">
        <dgm:presLayoutVars>
          <dgm:chMax val="0"/>
          <dgm:chPref val="0"/>
        </dgm:presLayoutVars>
      </dgm:prSet>
      <dgm:spPr/>
    </dgm:pt>
    <dgm:pt modelId="{B6F2E8FD-381A-4000-BFE1-884B30F4227C}" type="pres">
      <dgm:prSet presAssocID="{B148BB01-1467-4A11-899B-69747D8D3FA0}" presName="sibTrans" presStyleCnt="0"/>
      <dgm:spPr/>
    </dgm:pt>
    <dgm:pt modelId="{3DA9046A-C168-400C-9921-55A6B4DA6F3A}" type="pres">
      <dgm:prSet presAssocID="{92582473-C341-4BFC-86EE-AF85537DBC6E}" presName="compNode" presStyleCnt="0"/>
      <dgm:spPr/>
    </dgm:pt>
    <dgm:pt modelId="{8F1DA76F-EDAA-423D-A842-E51313D856DA}" type="pres">
      <dgm:prSet presAssocID="{92582473-C341-4BFC-86EE-AF85537DBC6E}" presName="bgRect" presStyleLbl="bgShp" presStyleIdx="3" presStyleCnt="5"/>
      <dgm:spPr/>
    </dgm:pt>
    <dgm:pt modelId="{7FC622D7-C2D1-4428-9498-5B727B23818E}" type="pres">
      <dgm:prSet presAssocID="{92582473-C341-4BFC-86EE-AF85537DBC6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67530770-FED1-4E95-B927-72B7BE5DACD2}" type="pres">
      <dgm:prSet presAssocID="{92582473-C341-4BFC-86EE-AF85537DBC6E}" presName="spaceRect" presStyleCnt="0"/>
      <dgm:spPr/>
    </dgm:pt>
    <dgm:pt modelId="{BCC7F1A6-CA14-43AD-8537-E572CEDBAC4B}" type="pres">
      <dgm:prSet presAssocID="{92582473-C341-4BFC-86EE-AF85537DBC6E}" presName="parTx" presStyleLbl="revTx" presStyleIdx="3" presStyleCnt="5">
        <dgm:presLayoutVars>
          <dgm:chMax val="0"/>
          <dgm:chPref val="0"/>
        </dgm:presLayoutVars>
      </dgm:prSet>
      <dgm:spPr/>
    </dgm:pt>
    <dgm:pt modelId="{298A15C6-B728-469D-B6CF-662872BF5D38}" type="pres">
      <dgm:prSet presAssocID="{9BB779C8-ACF4-42EB-9089-105675E198B0}" presName="sibTrans" presStyleCnt="0"/>
      <dgm:spPr/>
    </dgm:pt>
    <dgm:pt modelId="{322B939A-4BB8-4FBF-BE75-95E44D1D81AC}" type="pres">
      <dgm:prSet presAssocID="{3B301FA8-51C5-4F05-829A-C2A46CCA7EE4}" presName="compNode" presStyleCnt="0"/>
      <dgm:spPr/>
    </dgm:pt>
    <dgm:pt modelId="{64E3C211-F8C7-471B-930D-1D81642C6A5C}" type="pres">
      <dgm:prSet presAssocID="{3B301FA8-51C5-4F05-829A-C2A46CCA7EE4}" presName="bgRect" presStyleLbl="bgShp" presStyleIdx="4" presStyleCnt="5"/>
      <dgm:spPr/>
    </dgm:pt>
    <dgm:pt modelId="{BA6A028D-27A1-477C-9CC7-C9910739598F}" type="pres">
      <dgm:prSet presAssocID="{3B301FA8-51C5-4F05-829A-C2A46CCA7EE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2088B7F-313E-4463-990D-BD169453BD28}" type="pres">
      <dgm:prSet presAssocID="{3B301FA8-51C5-4F05-829A-C2A46CCA7EE4}" presName="spaceRect" presStyleCnt="0"/>
      <dgm:spPr/>
    </dgm:pt>
    <dgm:pt modelId="{40A8054D-7D47-482F-A41D-D31A506F4756}" type="pres">
      <dgm:prSet presAssocID="{3B301FA8-51C5-4F05-829A-C2A46CCA7EE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7145812-ADB0-4F40-A520-5BEDB209571F}" srcId="{62F55359-B469-4CA1-A673-295BE14952A2}" destId="{1E095EF4-6EFF-4F84-9E7F-F4F64EE949F6}" srcOrd="2" destOrd="0" parTransId="{1C941A0B-8567-4C7E-B0CD-1C4183A5F693}" sibTransId="{B148BB01-1467-4A11-899B-69747D8D3FA0}"/>
    <dgm:cxn modelId="{D686A212-A691-4F94-BB16-8B18C8651F04}" srcId="{62F55359-B469-4CA1-A673-295BE14952A2}" destId="{25164DC5-9BDF-40F5-A238-77D8808195D9}" srcOrd="0" destOrd="0" parTransId="{9088A23C-4603-4237-B94D-018D2A647ECD}" sibTransId="{DF936AC8-69C1-49F9-A22F-0437744A5119}"/>
    <dgm:cxn modelId="{465F783C-C9D0-4589-A82A-D8680EADC3D3}" type="presOf" srcId="{D97DB4C2-B876-4256-8613-CD9F83A653AE}" destId="{9FB45B3E-1961-488F-B516-4434C2A6EBAB}" srcOrd="0" destOrd="0" presId="urn:microsoft.com/office/officeart/2018/2/layout/IconVerticalSolidList"/>
    <dgm:cxn modelId="{53098966-FCC6-48F6-8B4E-280E10F228F9}" srcId="{62F55359-B469-4CA1-A673-295BE14952A2}" destId="{D97DB4C2-B876-4256-8613-CD9F83A653AE}" srcOrd="1" destOrd="0" parTransId="{94FC99F4-E51C-4DF4-AFEE-3430E719BDFB}" sibTransId="{B6608214-4177-4F89-BF53-337B7106CC12}"/>
    <dgm:cxn modelId="{D5707B6B-F19D-4157-9D10-47D52B41D2DF}" type="presOf" srcId="{25164DC5-9BDF-40F5-A238-77D8808195D9}" destId="{DB843001-B05B-496B-BE3A-9A06EFA63113}" srcOrd="0" destOrd="0" presId="urn:microsoft.com/office/officeart/2018/2/layout/IconVerticalSolidList"/>
    <dgm:cxn modelId="{D6ACEF77-B665-4FC6-B168-DC599DD1A48E}" type="presOf" srcId="{92582473-C341-4BFC-86EE-AF85537DBC6E}" destId="{BCC7F1A6-CA14-43AD-8537-E572CEDBAC4B}" srcOrd="0" destOrd="0" presId="urn:microsoft.com/office/officeart/2018/2/layout/IconVerticalSolidList"/>
    <dgm:cxn modelId="{C8DA08A4-F302-40A8-A2F3-7469E168032A}" srcId="{62F55359-B469-4CA1-A673-295BE14952A2}" destId="{92582473-C341-4BFC-86EE-AF85537DBC6E}" srcOrd="3" destOrd="0" parTransId="{6631C858-137B-4DD8-BE6D-DCE4EF9537B0}" sibTransId="{9BB779C8-ACF4-42EB-9089-105675E198B0}"/>
    <dgm:cxn modelId="{9A658DA6-2C45-408E-AFD1-39EF091EB825}" srcId="{62F55359-B469-4CA1-A673-295BE14952A2}" destId="{3B301FA8-51C5-4F05-829A-C2A46CCA7EE4}" srcOrd="4" destOrd="0" parTransId="{1B707A3E-0999-4763-AD7F-054D24873AFD}" sibTransId="{37581D0E-F4BC-4979-AFDD-1FB697EC75A6}"/>
    <dgm:cxn modelId="{8B673DB1-DE3B-4F20-AAEF-39EF4EC0C1FD}" type="presOf" srcId="{62F55359-B469-4CA1-A673-295BE14952A2}" destId="{DB35A1B1-0289-467C-8969-1312DA8D6D10}" srcOrd="0" destOrd="0" presId="urn:microsoft.com/office/officeart/2018/2/layout/IconVerticalSolidList"/>
    <dgm:cxn modelId="{B4C3DBB9-B648-4533-A435-694B43341BE7}" type="presOf" srcId="{1E095EF4-6EFF-4F84-9E7F-F4F64EE949F6}" destId="{14BADCAC-4D2B-4086-8129-1F6045A07911}" srcOrd="0" destOrd="0" presId="urn:microsoft.com/office/officeart/2018/2/layout/IconVerticalSolidList"/>
    <dgm:cxn modelId="{4B18A7BA-ED8D-47A5-B6F3-56A6BF727FB5}" type="presOf" srcId="{3B301FA8-51C5-4F05-829A-C2A46CCA7EE4}" destId="{40A8054D-7D47-482F-A41D-D31A506F4756}" srcOrd="0" destOrd="0" presId="urn:microsoft.com/office/officeart/2018/2/layout/IconVerticalSolidList"/>
    <dgm:cxn modelId="{B8A2EDB5-CBB9-45FC-93E2-4896D0341C33}" type="presParOf" srcId="{DB35A1B1-0289-467C-8969-1312DA8D6D10}" destId="{E583FD1A-85A6-474D-955A-07363D34348C}" srcOrd="0" destOrd="0" presId="urn:microsoft.com/office/officeart/2018/2/layout/IconVerticalSolidList"/>
    <dgm:cxn modelId="{1080297B-27D0-46EC-A0D6-58C474118CDD}" type="presParOf" srcId="{E583FD1A-85A6-474D-955A-07363D34348C}" destId="{0E60CC22-9345-4ADC-8831-70437A5B6922}" srcOrd="0" destOrd="0" presId="urn:microsoft.com/office/officeart/2018/2/layout/IconVerticalSolidList"/>
    <dgm:cxn modelId="{D36BDDBC-6E43-484C-AEEA-869BCD0CC4CC}" type="presParOf" srcId="{E583FD1A-85A6-474D-955A-07363D34348C}" destId="{FA578214-E6CF-4BAE-9985-3F397C6CEB11}" srcOrd="1" destOrd="0" presId="urn:microsoft.com/office/officeart/2018/2/layout/IconVerticalSolidList"/>
    <dgm:cxn modelId="{9C8D621F-545E-4268-97E8-838E538B3734}" type="presParOf" srcId="{E583FD1A-85A6-474D-955A-07363D34348C}" destId="{1E671BE9-49B2-459D-A161-E3AC4CB5DC31}" srcOrd="2" destOrd="0" presId="urn:microsoft.com/office/officeart/2018/2/layout/IconVerticalSolidList"/>
    <dgm:cxn modelId="{83DA5608-6800-458F-9EF8-15B66B265FF8}" type="presParOf" srcId="{E583FD1A-85A6-474D-955A-07363D34348C}" destId="{DB843001-B05B-496B-BE3A-9A06EFA63113}" srcOrd="3" destOrd="0" presId="urn:microsoft.com/office/officeart/2018/2/layout/IconVerticalSolidList"/>
    <dgm:cxn modelId="{F01B78E8-D3C9-4565-966B-675E18105C05}" type="presParOf" srcId="{DB35A1B1-0289-467C-8969-1312DA8D6D10}" destId="{3042F631-5671-4EAB-B1C1-7B32756B9BD6}" srcOrd="1" destOrd="0" presId="urn:microsoft.com/office/officeart/2018/2/layout/IconVerticalSolidList"/>
    <dgm:cxn modelId="{5FCB7497-C6F9-40A6-A649-DDFB9D6263C2}" type="presParOf" srcId="{DB35A1B1-0289-467C-8969-1312DA8D6D10}" destId="{5D92E8F4-D8B6-4CBA-A611-ADE767A11F23}" srcOrd="2" destOrd="0" presId="urn:microsoft.com/office/officeart/2018/2/layout/IconVerticalSolidList"/>
    <dgm:cxn modelId="{B84FAB8A-A1BE-4865-8042-F8AD4803C66D}" type="presParOf" srcId="{5D92E8F4-D8B6-4CBA-A611-ADE767A11F23}" destId="{21AC3081-ADB9-41CB-BBB6-BDB4A2B1E355}" srcOrd="0" destOrd="0" presId="urn:microsoft.com/office/officeart/2018/2/layout/IconVerticalSolidList"/>
    <dgm:cxn modelId="{D00A7A0C-78F1-473D-8968-AF0AEA8E5B40}" type="presParOf" srcId="{5D92E8F4-D8B6-4CBA-A611-ADE767A11F23}" destId="{971021C8-A474-4F25-892B-9C34D31EE22F}" srcOrd="1" destOrd="0" presId="urn:microsoft.com/office/officeart/2018/2/layout/IconVerticalSolidList"/>
    <dgm:cxn modelId="{74E7BDA0-E8AF-4D23-BCA3-DC6C22DA8B49}" type="presParOf" srcId="{5D92E8F4-D8B6-4CBA-A611-ADE767A11F23}" destId="{0B5D8B2E-680C-4751-9C90-877C545CEF75}" srcOrd="2" destOrd="0" presId="urn:microsoft.com/office/officeart/2018/2/layout/IconVerticalSolidList"/>
    <dgm:cxn modelId="{C0C65CF0-18ED-4CE8-B630-ADA81A44FA6A}" type="presParOf" srcId="{5D92E8F4-D8B6-4CBA-A611-ADE767A11F23}" destId="{9FB45B3E-1961-488F-B516-4434C2A6EBAB}" srcOrd="3" destOrd="0" presId="urn:microsoft.com/office/officeart/2018/2/layout/IconVerticalSolidList"/>
    <dgm:cxn modelId="{76871E31-5377-48B2-8807-86123401F120}" type="presParOf" srcId="{DB35A1B1-0289-467C-8969-1312DA8D6D10}" destId="{23D624B2-1C79-45AD-BF30-EF1C9C3A48F4}" srcOrd="3" destOrd="0" presId="urn:microsoft.com/office/officeart/2018/2/layout/IconVerticalSolidList"/>
    <dgm:cxn modelId="{3D0836D4-3B76-4AFE-A0F0-C452AF0DB541}" type="presParOf" srcId="{DB35A1B1-0289-467C-8969-1312DA8D6D10}" destId="{72F8C817-ADAA-4A0E-AAB2-4EF3A7425B84}" srcOrd="4" destOrd="0" presId="urn:microsoft.com/office/officeart/2018/2/layout/IconVerticalSolidList"/>
    <dgm:cxn modelId="{4DF393D2-F31B-4F47-8335-D5ECCCBCAD39}" type="presParOf" srcId="{72F8C817-ADAA-4A0E-AAB2-4EF3A7425B84}" destId="{0C8737BE-26CD-4D72-AB01-B3EC5F22A986}" srcOrd="0" destOrd="0" presId="urn:microsoft.com/office/officeart/2018/2/layout/IconVerticalSolidList"/>
    <dgm:cxn modelId="{E0C8891A-85AA-47C7-9C54-1E3E263ED332}" type="presParOf" srcId="{72F8C817-ADAA-4A0E-AAB2-4EF3A7425B84}" destId="{823A7435-2BB5-46C9-ADC0-806F36448A5F}" srcOrd="1" destOrd="0" presId="urn:microsoft.com/office/officeart/2018/2/layout/IconVerticalSolidList"/>
    <dgm:cxn modelId="{6A2E22EF-C143-4AC7-AA9C-942DF7EFD3D2}" type="presParOf" srcId="{72F8C817-ADAA-4A0E-AAB2-4EF3A7425B84}" destId="{F29F4CC3-C932-4267-A292-0AF3A534D18E}" srcOrd="2" destOrd="0" presId="urn:microsoft.com/office/officeart/2018/2/layout/IconVerticalSolidList"/>
    <dgm:cxn modelId="{3D553F15-9AB9-47A6-8524-DB08C45BBF08}" type="presParOf" srcId="{72F8C817-ADAA-4A0E-AAB2-4EF3A7425B84}" destId="{14BADCAC-4D2B-4086-8129-1F6045A07911}" srcOrd="3" destOrd="0" presId="urn:microsoft.com/office/officeart/2018/2/layout/IconVerticalSolidList"/>
    <dgm:cxn modelId="{971DE1AA-1BB5-414C-A196-BFCAF3616FB8}" type="presParOf" srcId="{DB35A1B1-0289-467C-8969-1312DA8D6D10}" destId="{B6F2E8FD-381A-4000-BFE1-884B30F4227C}" srcOrd="5" destOrd="0" presId="urn:microsoft.com/office/officeart/2018/2/layout/IconVerticalSolidList"/>
    <dgm:cxn modelId="{F1A3A3B5-AD6B-4738-8FA9-9BD662225CCE}" type="presParOf" srcId="{DB35A1B1-0289-467C-8969-1312DA8D6D10}" destId="{3DA9046A-C168-400C-9921-55A6B4DA6F3A}" srcOrd="6" destOrd="0" presId="urn:microsoft.com/office/officeart/2018/2/layout/IconVerticalSolidList"/>
    <dgm:cxn modelId="{DBBE903A-979B-4EE7-97F8-973B1A8F2F22}" type="presParOf" srcId="{3DA9046A-C168-400C-9921-55A6B4DA6F3A}" destId="{8F1DA76F-EDAA-423D-A842-E51313D856DA}" srcOrd="0" destOrd="0" presId="urn:microsoft.com/office/officeart/2018/2/layout/IconVerticalSolidList"/>
    <dgm:cxn modelId="{8D75254B-6D39-4936-ADCB-DE92248BBE3D}" type="presParOf" srcId="{3DA9046A-C168-400C-9921-55A6B4DA6F3A}" destId="{7FC622D7-C2D1-4428-9498-5B727B23818E}" srcOrd="1" destOrd="0" presId="urn:microsoft.com/office/officeart/2018/2/layout/IconVerticalSolidList"/>
    <dgm:cxn modelId="{543B9079-0FAA-4515-AEBF-75B381819EC3}" type="presParOf" srcId="{3DA9046A-C168-400C-9921-55A6B4DA6F3A}" destId="{67530770-FED1-4E95-B927-72B7BE5DACD2}" srcOrd="2" destOrd="0" presId="urn:microsoft.com/office/officeart/2018/2/layout/IconVerticalSolidList"/>
    <dgm:cxn modelId="{8BF6DA98-F4AD-4974-BE84-C34167CEFB7B}" type="presParOf" srcId="{3DA9046A-C168-400C-9921-55A6B4DA6F3A}" destId="{BCC7F1A6-CA14-43AD-8537-E572CEDBAC4B}" srcOrd="3" destOrd="0" presId="urn:microsoft.com/office/officeart/2018/2/layout/IconVerticalSolidList"/>
    <dgm:cxn modelId="{5B9DE5B4-9EB9-4C8A-B954-24BD1C24A5FC}" type="presParOf" srcId="{DB35A1B1-0289-467C-8969-1312DA8D6D10}" destId="{298A15C6-B728-469D-B6CF-662872BF5D38}" srcOrd="7" destOrd="0" presId="urn:microsoft.com/office/officeart/2018/2/layout/IconVerticalSolidList"/>
    <dgm:cxn modelId="{66D35E65-9D62-4E69-8132-624BCA28B934}" type="presParOf" srcId="{DB35A1B1-0289-467C-8969-1312DA8D6D10}" destId="{322B939A-4BB8-4FBF-BE75-95E44D1D81AC}" srcOrd="8" destOrd="0" presId="urn:microsoft.com/office/officeart/2018/2/layout/IconVerticalSolidList"/>
    <dgm:cxn modelId="{B1C03A6D-4C91-4C82-A77C-911B6B41015F}" type="presParOf" srcId="{322B939A-4BB8-4FBF-BE75-95E44D1D81AC}" destId="{64E3C211-F8C7-471B-930D-1D81642C6A5C}" srcOrd="0" destOrd="0" presId="urn:microsoft.com/office/officeart/2018/2/layout/IconVerticalSolidList"/>
    <dgm:cxn modelId="{FD88E4E6-88D3-487A-ABEC-BEF419AE2369}" type="presParOf" srcId="{322B939A-4BB8-4FBF-BE75-95E44D1D81AC}" destId="{BA6A028D-27A1-477C-9CC7-C9910739598F}" srcOrd="1" destOrd="0" presId="urn:microsoft.com/office/officeart/2018/2/layout/IconVerticalSolidList"/>
    <dgm:cxn modelId="{10221240-7F93-407C-97CF-6FC9EDA0D9E2}" type="presParOf" srcId="{322B939A-4BB8-4FBF-BE75-95E44D1D81AC}" destId="{C2088B7F-313E-4463-990D-BD169453BD28}" srcOrd="2" destOrd="0" presId="urn:microsoft.com/office/officeart/2018/2/layout/IconVerticalSolidList"/>
    <dgm:cxn modelId="{2E322A1E-0F1B-43E7-955C-0539E7819B90}" type="presParOf" srcId="{322B939A-4BB8-4FBF-BE75-95E44D1D81AC}" destId="{40A8054D-7D47-482F-A41D-D31A506F475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E3ADCB-9007-4EDA-8729-7B41CF65626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1EE004A-0287-46BD-8BD7-6159A4FCD988}">
      <dgm:prSet/>
      <dgm:spPr/>
      <dgm:t>
        <a:bodyPr/>
        <a:lstStyle/>
        <a:p>
          <a:r>
            <a:rPr lang="en-US" b="1" dirty="0">
              <a:latin typeface="Bahnschrift" panose="020B0502040204020203" pitchFamily="34" charset="0"/>
            </a:rPr>
            <a:t>CSV Files:</a:t>
          </a:r>
          <a:endParaRPr lang="en-US" dirty="0">
            <a:latin typeface="Bahnschrift" panose="020B0502040204020203" pitchFamily="34" charset="0"/>
          </a:endParaRPr>
        </a:p>
      </dgm:t>
    </dgm:pt>
    <dgm:pt modelId="{11A8B556-A3C6-487D-B61B-71B80F91110A}" type="parTrans" cxnId="{7CDB17DD-4A79-4E90-9926-9CC07B3EAAFD}">
      <dgm:prSet/>
      <dgm:spPr/>
      <dgm:t>
        <a:bodyPr/>
        <a:lstStyle/>
        <a:p>
          <a:endParaRPr lang="en-US"/>
        </a:p>
      </dgm:t>
    </dgm:pt>
    <dgm:pt modelId="{48CD7966-A4D3-4E57-AA55-9FA29E7E92A8}" type="sibTrans" cxnId="{7CDB17DD-4A79-4E90-9926-9CC07B3EAAFD}">
      <dgm:prSet/>
      <dgm:spPr/>
      <dgm:t>
        <a:bodyPr/>
        <a:lstStyle/>
        <a:p>
          <a:endParaRPr lang="en-US"/>
        </a:p>
      </dgm:t>
    </dgm:pt>
    <dgm:pt modelId="{0B406EBD-058F-4417-A784-9B1E3F301C22}">
      <dgm:prSet/>
      <dgm:spPr/>
      <dgm:t>
        <a:bodyPr/>
        <a:lstStyle/>
        <a:p>
          <a:r>
            <a:rPr lang="en-US" b="0" dirty="0">
              <a:latin typeface="Bahnschrift" panose="020B0502040204020203" pitchFamily="34" charset="0"/>
            </a:rPr>
            <a:t>Borrowers</a:t>
          </a:r>
          <a:endParaRPr lang="en-US" dirty="0">
            <a:latin typeface="Bahnschrift" panose="020B0502040204020203" pitchFamily="34" charset="0"/>
          </a:endParaRPr>
        </a:p>
      </dgm:t>
    </dgm:pt>
    <dgm:pt modelId="{A5448D6E-7C44-4910-AA1F-AD092350980E}" type="parTrans" cxnId="{572FD8D8-020D-4723-8545-1373DAB46529}">
      <dgm:prSet/>
      <dgm:spPr/>
      <dgm:t>
        <a:bodyPr/>
        <a:lstStyle/>
        <a:p>
          <a:endParaRPr lang="en-US"/>
        </a:p>
      </dgm:t>
    </dgm:pt>
    <dgm:pt modelId="{CCD27250-C778-4042-AC7B-222E8C099391}" type="sibTrans" cxnId="{572FD8D8-020D-4723-8545-1373DAB46529}">
      <dgm:prSet/>
      <dgm:spPr/>
      <dgm:t>
        <a:bodyPr/>
        <a:lstStyle/>
        <a:p>
          <a:endParaRPr lang="en-US"/>
        </a:p>
      </dgm:t>
    </dgm:pt>
    <dgm:pt modelId="{801E4862-E9D4-4BF6-BA5F-BA28BB905469}">
      <dgm:prSet/>
      <dgm:spPr/>
      <dgm:t>
        <a:bodyPr/>
        <a:lstStyle/>
        <a:p>
          <a:r>
            <a:rPr lang="en-US" b="0" dirty="0">
              <a:latin typeface="Bahnschrift" panose="020B0502040204020203" pitchFamily="34" charset="0"/>
            </a:rPr>
            <a:t>Branches</a:t>
          </a:r>
          <a:endParaRPr lang="en-US" dirty="0">
            <a:latin typeface="Bahnschrift" panose="020B0502040204020203" pitchFamily="34" charset="0"/>
          </a:endParaRPr>
        </a:p>
      </dgm:t>
    </dgm:pt>
    <dgm:pt modelId="{91D4E16D-4A63-49EF-8BB5-4E0929A3EB85}" type="parTrans" cxnId="{6EC575B5-CAA1-4C38-AAB0-AD17FC1D920F}">
      <dgm:prSet/>
      <dgm:spPr/>
      <dgm:t>
        <a:bodyPr/>
        <a:lstStyle/>
        <a:p>
          <a:endParaRPr lang="en-US"/>
        </a:p>
      </dgm:t>
    </dgm:pt>
    <dgm:pt modelId="{856745BA-8195-4E9C-AEC2-DE1B7556BE0C}" type="sibTrans" cxnId="{6EC575B5-CAA1-4C38-AAB0-AD17FC1D920F}">
      <dgm:prSet/>
      <dgm:spPr/>
      <dgm:t>
        <a:bodyPr/>
        <a:lstStyle/>
        <a:p>
          <a:endParaRPr lang="en-US"/>
        </a:p>
      </dgm:t>
    </dgm:pt>
    <dgm:pt modelId="{F276DF32-73E0-49B7-9AA9-59B4E569F7C3}">
      <dgm:prSet/>
      <dgm:spPr/>
      <dgm:t>
        <a:bodyPr/>
        <a:lstStyle/>
        <a:p>
          <a:r>
            <a:rPr lang="en-US" b="0" dirty="0">
              <a:latin typeface="Bahnschrift" panose="020B0502040204020203" pitchFamily="34" charset="0"/>
            </a:rPr>
            <a:t>Loans</a:t>
          </a:r>
          <a:endParaRPr lang="en-US" dirty="0">
            <a:latin typeface="Bahnschrift" panose="020B0502040204020203" pitchFamily="34" charset="0"/>
          </a:endParaRPr>
        </a:p>
      </dgm:t>
    </dgm:pt>
    <dgm:pt modelId="{00434CC5-51B4-49BD-9031-F048B570ED89}" type="parTrans" cxnId="{69166AD7-3A41-4C4D-BED1-DF7822AC18F7}">
      <dgm:prSet/>
      <dgm:spPr/>
      <dgm:t>
        <a:bodyPr/>
        <a:lstStyle/>
        <a:p>
          <a:endParaRPr lang="en-US"/>
        </a:p>
      </dgm:t>
    </dgm:pt>
    <dgm:pt modelId="{36340E29-E5B4-436E-8DFC-ECC4946CD792}" type="sibTrans" cxnId="{69166AD7-3A41-4C4D-BED1-DF7822AC18F7}">
      <dgm:prSet/>
      <dgm:spPr/>
      <dgm:t>
        <a:bodyPr/>
        <a:lstStyle/>
        <a:p>
          <a:endParaRPr lang="en-US"/>
        </a:p>
      </dgm:t>
    </dgm:pt>
    <dgm:pt modelId="{0051F343-6531-48F0-A773-0337058C5F1E}">
      <dgm:prSet/>
      <dgm:spPr/>
      <dgm:t>
        <a:bodyPr/>
        <a:lstStyle/>
        <a:p>
          <a:r>
            <a:rPr lang="en-US" b="0" dirty="0">
              <a:latin typeface="Bahnschrift" panose="020B0502040204020203" pitchFamily="34" charset="0"/>
            </a:rPr>
            <a:t>Transactions</a:t>
          </a:r>
          <a:endParaRPr lang="en-US" dirty="0">
            <a:latin typeface="Bahnschrift" panose="020B0502040204020203" pitchFamily="34" charset="0"/>
          </a:endParaRPr>
        </a:p>
      </dgm:t>
    </dgm:pt>
    <dgm:pt modelId="{D395B262-9947-418C-A6FA-9B5250B0569B}" type="parTrans" cxnId="{3C74225F-DF6B-40BC-9AA9-5AA6A6EAD351}">
      <dgm:prSet/>
      <dgm:spPr/>
      <dgm:t>
        <a:bodyPr/>
        <a:lstStyle/>
        <a:p>
          <a:endParaRPr lang="en-US"/>
        </a:p>
      </dgm:t>
    </dgm:pt>
    <dgm:pt modelId="{A4CF6C0F-0416-4908-B673-A62EA99A3E84}" type="sibTrans" cxnId="{3C74225F-DF6B-40BC-9AA9-5AA6A6EAD351}">
      <dgm:prSet/>
      <dgm:spPr/>
      <dgm:t>
        <a:bodyPr/>
        <a:lstStyle/>
        <a:p>
          <a:endParaRPr lang="en-US"/>
        </a:p>
      </dgm:t>
    </dgm:pt>
    <dgm:pt modelId="{5739F3B4-8BB3-4481-90D3-44EACDF630A0}" type="pres">
      <dgm:prSet presAssocID="{B0E3ADCB-9007-4EDA-8729-7B41CF65626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628B5EC-B817-4089-A615-99D7641F04AC}" type="pres">
      <dgm:prSet presAssocID="{C1EE004A-0287-46BD-8BD7-6159A4FCD988}" presName="hierRoot1" presStyleCnt="0"/>
      <dgm:spPr/>
    </dgm:pt>
    <dgm:pt modelId="{0EC0AA81-8A47-4C92-A556-3486E91BFF8F}" type="pres">
      <dgm:prSet presAssocID="{C1EE004A-0287-46BD-8BD7-6159A4FCD988}" presName="composite" presStyleCnt="0"/>
      <dgm:spPr/>
    </dgm:pt>
    <dgm:pt modelId="{012890BC-431C-4F2F-881A-611149482968}" type="pres">
      <dgm:prSet presAssocID="{C1EE004A-0287-46BD-8BD7-6159A4FCD988}" presName="background" presStyleLbl="node0" presStyleIdx="0" presStyleCnt="1"/>
      <dgm:spPr/>
    </dgm:pt>
    <dgm:pt modelId="{8550D973-3B66-4AA8-8C03-DF8F19F89D24}" type="pres">
      <dgm:prSet presAssocID="{C1EE004A-0287-46BD-8BD7-6159A4FCD988}" presName="text" presStyleLbl="fgAcc0" presStyleIdx="0" presStyleCnt="1">
        <dgm:presLayoutVars>
          <dgm:chPref val="3"/>
        </dgm:presLayoutVars>
      </dgm:prSet>
      <dgm:spPr/>
    </dgm:pt>
    <dgm:pt modelId="{56731481-B987-468E-AD49-712D16C65184}" type="pres">
      <dgm:prSet presAssocID="{C1EE004A-0287-46BD-8BD7-6159A4FCD988}" presName="hierChild2" presStyleCnt="0"/>
      <dgm:spPr/>
    </dgm:pt>
    <dgm:pt modelId="{3DA4B482-D0F2-422E-AE4B-986D4B317082}" type="pres">
      <dgm:prSet presAssocID="{A5448D6E-7C44-4910-AA1F-AD092350980E}" presName="Name10" presStyleLbl="parChTrans1D2" presStyleIdx="0" presStyleCnt="4"/>
      <dgm:spPr/>
    </dgm:pt>
    <dgm:pt modelId="{CD9E8606-DA45-4F10-9AFA-E53B374F828F}" type="pres">
      <dgm:prSet presAssocID="{0B406EBD-058F-4417-A784-9B1E3F301C22}" presName="hierRoot2" presStyleCnt="0"/>
      <dgm:spPr/>
    </dgm:pt>
    <dgm:pt modelId="{787F467B-E380-4105-A522-FE833062499F}" type="pres">
      <dgm:prSet presAssocID="{0B406EBD-058F-4417-A784-9B1E3F301C22}" presName="composite2" presStyleCnt="0"/>
      <dgm:spPr/>
    </dgm:pt>
    <dgm:pt modelId="{9FEE26ED-0420-4B18-A783-B48CA353EB7D}" type="pres">
      <dgm:prSet presAssocID="{0B406EBD-058F-4417-A784-9B1E3F301C22}" presName="background2" presStyleLbl="node2" presStyleIdx="0" presStyleCnt="4"/>
      <dgm:spPr/>
    </dgm:pt>
    <dgm:pt modelId="{46A51945-DD0E-4420-92E6-B879F8CA6870}" type="pres">
      <dgm:prSet presAssocID="{0B406EBD-058F-4417-A784-9B1E3F301C22}" presName="text2" presStyleLbl="fgAcc2" presStyleIdx="0" presStyleCnt="4">
        <dgm:presLayoutVars>
          <dgm:chPref val="3"/>
        </dgm:presLayoutVars>
      </dgm:prSet>
      <dgm:spPr/>
    </dgm:pt>
    <dgm:pt modelId="{F35DFE14-BE98-41C1-AF6B-E903DF5B2159}" type="pres">
      <dgm:prSet presAssocID="{0B406EBD-058F-4417-A784-9B1E3F301C22}" presName="hierChild3" presStyleCnt="0"/>
      <dgm:spPr/>
    </dgm:pt>
    <dgm:pt modelId="{B44BD6FB-3083-4B74-81D0-77C3E3D6FE4C}" type="pres">
      <dgm:prSet presAssocID="{91D4E16D-4A63-49EF-8BB5-4E0929A3EB85}" presName="Name10" presStyleLbl="parChTrans1D2" presStyleIdx="1" presStyleCnt="4"/>
      <dgm:spPr/>
    </dgm:pt>
    <dgm:pt modelId="{BA305475-A68F-4796-B421-69B8270A9BB2}" type="pres">
      <dgm:prSet presAssocID="{801E4862-E9D4-4BF6-BA5F-BA28BB905469}" presName="hierRoot2" presStyleCnt="0"/>
      <dgm:spPr/>
    </dgm:pt>
    <dgm:pt modelId="{B97F78A4-1BBC-4AEF-8D19-6298F02D822D}" type="pres">
      <dgm:prSet presAssocID="{801E4862-E9D4-4BF6-BA5F-BA28BB905469}" presName="composite2" presStyleCnt="0"/>
      <dgm:spPr/>
    </dgm:pt>
    <dgm:pt modelId="{9121F510-A1DC-4966-B79A-6D10FFEC7D98}" type="pres">
      <dgm:prSet presAssocID="{801E4862-E9D4-4BF6-BA5F-BA28BB905469}" presName="background2" presStyleLbl="node2" presStyleIdx="1" presStyleCnt="4"/>
      <dgm:spPr/>
    </dgm:pt>
    <dgm:pt modelId="{E9F0C736-CE45-4C29-801E-10F954EEA9F1}" type="pres">
      <dgm:prSet presAssocID="{801E4862-E9D4-4BF6-BA5F-BA28BB905469}" presName="text2" presStyleLbl="fgAcc2" presStyleIdx="1" presStyleCnt="4">
        <dgm:presLayoutVars>
          <dgm:chPref val="3"/>
        </dgm:presLayoutVars>
      </dgm:prSet>
      <dgm:spPr/>
    </dgm:pt>
    <dgm:pt modelId="{23B99F21-0EF3-47A1-80D5-ABF47F1CEB48}" type="pres">
      <dgm:prSet presAssocID="{801E4862-E9D4-4BF6-BA5F-BA28BB905469}" presName="hierChild3" presStyleCnt="0"/>
      <dgm:spPr/>
    </dgm:pt>
    <dgm:pt modelId="{B78107DF-2EBF-40C3-A6C4-139B8EA7D413}" type="pres">
      <dgm:prSet presAssocID="{00434CC5-51B4-49BD-9031-F048B570ED89}" presName="Name10" presStyleLbl="parChTrans1D2" presStyleIdx="2" presStyleCnt="4"/>
      <dgm:spPr/>
    </dgm:pt>
    <dgm:pt modelId="{8EA8D5E3-E46D-40FE-BF4B-A6A64052C06D}" type="pres">
      <dgm:prSet presAssocID="{F276DF32-73E0-49B7-9AA9-59B4E569F7C3}" presName="hierRoot2" presStyleCnt="0"/>
      <dgm:spPr/>
    </dgm:pt>
    <dgm:pt modelId="{F8BADA96-47AE-4B41-A22A-1CB7A80B968C}" type="pres">
      <dgm:prSet presAssocID="{F276DF32-73E0-49B7-9AA9-59B4E569F7C3}" presName="composite2" presStyleCnt="0"/>
      <dgm:spPr/>
    </dgm:pt>
    <dgm:pt modelId="{EBCF5BD0-140A-47F0-AAC6-05E8B446476B}" type="pres">
      <dgm:prSet presAssocID="{F276DF32-73E0-49B7-9AA9-59B4E569F7C3}" presName="background2" presStyleLbl="node2" presStyleIdx="2" presStyleCnt="4"/>
      <dgm:spPr/>
    </dgm:pt>
    <dgm:pt modelId="{F73EC8A4-947A-425F-81C1-CACCA89A1595}" type="pres">
      <dgm:prSet presAssocID="{F276DF32-73E0-49B7-9AA9-59B4E569F7C3}" presName="text2" presStyleLbl="fgAcc2" presStyleIdx="2" presStyleCnt="4">
        <dgm:presLayoutVars>
          <dgm:chPref val="3"/>
        </dgm:presLayoutVars>
      </dgm:prSet>
      <dgm:spPr/>
    </dgm:pt>
    <dgm:pt modelId="{5BB343A0-493C-4AD1-93C5-B7775AAD3A26}" type="pres">
      <dgm:prSet presAssocID="{F276DF32-73E0-49B7-9AA9-59B4E569F7C3}" presName="hierChild3" presStyleCnt="0"/>
      <dgm:spPr/>
    </dgm:pt>
    <dgm:pt modelId="{D3914356-18CB-4DD9-B89D-3550F115DA50}" type="pres">
      <dgm:prSet presAssocID="{D395B262-9947-418C-A6FA-9B5250B0569B}" presName="Name10" presStyleLbl="parChTrans1D2" presStyleIdx="3" presStyleCnt="4"/>
      <dgm:spPr/>
    </dgm:pt>
    <dgm:pt modelId="{467DF3CE-C2C5-41EB-9EA4-DDDAE500C5F9}" type="pres">
      <dgm:prSet presAssocID="{0051F343-6531-48F0-A773-0337058C5F1E}" presName="hierRoot2" presStyleCnt="0"/>
      <dgm:spPr/>
    </dgm:pt>
    <dgm:pt modelId="{80847096-9E4A-4C6A-8D7D-90DCB2ADB9F1}" type="pres">
      <dgm:prSet presAssocID="{0051F343-6531-48F0-A773-0337058C5F1E}" presName="composite2" presStyleCnt="0"/>
      <dgm:spPr/>
    </dgm:pt>
    <dgm:pt modelId="{C804D45F-074B-4D4C-AD31-FED50AEC4FDC}" type="pres">
      <dgm:prSet presAssocID="{0051F343-6531-48F0-A773-0337058C5F1E}" presName="background2" presStyleLbl="node2" presStyleIdx="3" presStyleCnt="4"/>
      <dgm:spPr/>
    </dgm:pt>
    <dgm:pt modelId="{0BB61426-FF0F-4AF7-964A-02C0B21B2066}" type="pres">
      <dgm:prSet presAssocID="{0051F343-6531-48F0-A773-0337058C5F1E}" presName="text2" presStyleLbl="fgAcc2" presStyleIdx="3" presStyleCnt="4">
        <dgm:presLayoutVars>
          <dgm:chPref val="3"/>
        </dgm:presLayoutVars>
      </dgm:prSet>
      <dgm:spPr/>
    </dgm:pt>
    <dgm:pt modelId="{BB881B0B-302C-49F6-A18C-4A515F3A96C0}" type="pres">
      <dgm:prSet presAssocID="{0051F343-6531-48F0-A773-0337058C5F1E}" presName="hierChild3" presStyleCnt="0"/>
      <dgm:spPr/>
    </dgm:pt>
  </dgm:ptLst>
  <dgm:cxnLst>
    <dgm:cxn modelId="{DF9A730E-6EBC-4FAC-B273-B976010ECC8B}" type="presOf" srcId="{00434CC5-51B4-49BD-9031-F048B570ED89}" destId="{B78107DF-2EBF-40C3-A6C4-139B8EA7D413}" srcOrd="0" destOrd="0" presId="urn:microsoft.com/office/officeart/2005/8/layout/hierarchy1"/>
    <dgm:cxn modelId="{1D9D661D-DB01-4F61-9FB0-396F20630C99}" type="presOf" srcId="{D395B262-9947-418C-A6FA-9B5250B0569B}" destId="{D3914356-18CB-4DD9-B89D-3550F115DA50}" srcOrd="0" destOrd="0" presId="urn:microsoft.com/office/officeart/2005/8/layout/hierarchy1"/>
    <dgm:cxn modelId="{F585E93B-F7C9-443F-ACDA-A476990177F8}" type="presOf" srcId="{A5448D6E-7C44-4910-AA1F-AD092350980E}" destId="{3DA4B482-D0F2-422E-AE4B-986D4B317082}" srcOrd="0" destOrd="0" presId="urn:microsoft.com/office/officeart/2005/8/layout/hierarchy1"/>
    <dgm:cxn modelId="{3C74225F-DF6B-40BC-9AA9-5AA6A6EAD351}" srcId="{C1EE004A-0287-46BD-8BD7-6159A4FCD988}" destId="{0051F343-6531-48F0-A773-0337058C5F1E}" srcOrd="3" destOrd="0" parTransId="{D395B262-9947-418C-A6FA-9B5250B0569B}" sibTransId="{A4CF6C0F-0416-4908-B673-A62EA99A3E84}"/>
    <dgm:cxn modelId="{2CD7EE62-4E36-4F4F-B787-F8D5CFD0E391}" type="presOf" srcId="{0051F343-6531-48F0-A773-0337058C5F1E}" destId="{0BB61426-FF0F-4AF7-964A-02C0B21B2066}" srcOrd="0" destOrd="0" presId="urn:microsoft.com/office/officeart/2005/8/layout/hierarchy1"/>
    <dgm:cxn modelId="{BFAC4056-C330-40FA-A3E1-DB7DBA4A180A}" type="presOf" srcId="{0B406EBD-058F-4417-A784-9B1E3F301C22}" destId="{46A51945-DD0E-4420-92E6-B879F8CA6870}" srcOrd="0" destOrd="0" presId="urn:microsoft.com/office/officeart/2005/8/layout/hierarchy1"/>
    <dgm:cxn modelId="{EB36F288-FA19-4C19-9B92-931EFE344448}" type="presOf" srcId="{C1EE004A-0287-46BD-8BD7-6159A4FCD988}" destId="{8550D973-3B66-4AA8-8C03-DF8F19F89D24}" srcOrd="0" destOrd="0" presId="urn:microsoft.com/office/officeart/2005/8/layout/hierarchy1"/>
    <dgm:cxn modelId="{10595090-AD88-4C58-8258-15326618C5B1}" type="presOf" srcId="{B0E3ADCB-9007-4EDA-8729-7B41CF65626B}" destId="{5739F3B4-8BB3-4481-90D3-44EACDF630A0}" srcOrd="0" destOrd="0" presId="urn:microsoft.com/office/officeart/2005/8/layout/hierarchy1"/>
    <dgm:cxn modelId="{6EC575B5-CAA1-4C38-AAB0-AD17FC1D920F}" srcId="{C1EE004A-0287-46BD-8BD7-6159A4FCD988}" destId="{801E4862-E9D4-4BF6-BA5F-BA28BB905469}" srcOrd="1" destOrd="0" parTransId="{91D4E16D-4A63-49EF-8BB5-4E0929A3EB85}" sibTransId="{856745BA-8195-4E9C-AEC2-DE1B7556BE0C}"/>
    <dgm:cxn modelId="{B5BA69BC-1729-419E-8832-F95FDE94B361}" type="presOf" srcId="{F276DF32-73E0-49B7-9AA9-59B4E569F7C3}" destId="{F73EC8A4-947A-425F-81C1-CACCA89A1595}" srcOrd="0" destOrd="0" presId="urn:microsoft.com/office/officeart/2005/8/layout/hierarchy1"/>
    <dgm:cxn modelId="{3D2CC4BC-EF29-483C-8B4B-8A6777A5CC93}" type="presOf" srcId="{801E4862-E9D4-4BF6-BA5F-BA28BB905469}" destId="{E9F0C736-CE45-4C29-801E-10F954EEA9F1}" srcOrd="0" destOrd="0" presId="urn:microsoft.com/office/officeart/2005/8/layout/hierarchy1"/>
    <dgm:cxn modelId="{F7D3B6C2-9BEA-40F1-9491-B5D7443BE64B}" type="presOf" srcId="{91D4E16D-4A63-49EF-8BB5-4E0929A3EB85}" destId="{B44BD6FB-3083-4B74-81D0-77C3E3D6FE4C}" srcOrd="0" destOrd="0" presId="urn:microsoft.com/office/officeart/2005/8/layout/hierarchy1"/>
    <dgm:cxn modelId="{69166AD7-3A41-4C4D-BED1-DF7822AC18F7}" srcId="{C1EE004A-0287-46BD-8BD7-6159A4FCD988}" destId="{F276DF32-73E0-49B7-9AA9-59B4E569F7C3}" srcOrd="2" destOrd="0" parTransId="{00434CC5-51B4-49BD-9031-F048B570ED89}" sibTransId="{36340E29-E5B4-436E-8DFC-ECC4946CD792}"/>
    <dgm:cxn modelId="{572FD8D8-020D-4723-8545-1373DAB46529}" srcId="{C1EE004A-0287-46BD-8BD7-6159A4FCD988}" destId="{0B406EBD-058F-4417-A784-9B1E3F301C22}" srcOrd="0" destOrd="0" parTransId="{A5448D6E-7C44-4910-AA1F-AD092350980E}" sibTransId="{CCD27250-C778-4042-AC7B-222E8C099391}"/>
    <dgm:cxn modelId="{7CDB17DD-4A79-4E90-9926-9CC07B3EAAFD}" srcId="{B0E3ADCB-9007-4EDA-8729-7B41CF65626B}" destId="{C1EE004A-0287-46BD-8BD7-6159A4FCD988}" srcOrd="0" destOrd="0" parTransId="{11A8B556-A3C6-487D-B61B-71B80F91110A}" sibTransId="{48CD7966-A4D3-4E57-AA55-9FA29E7E92A8}"/>
    <dgm:cxn modelId="{7FB773D7-EEE9-436D-87B4-34140CBA4FF8}" type="presParOf" srcId="{5739F3B4-8BB3-4481-90D3-44EACDF630A0}" destId="{7628B5EC-B817-4089-A615-99D7641F04AC}" srcOrd="0" destOrd="0" presId="urn:microsoft.com/office/officeart/2005/8/layout/hierarchy1"/>
    <dgm:cxn modelId="{6603036C-6A09-451C-8FF9-593BDDF6DBC6}" type="presParOf" srcId="{7628B5EC-B817-4089-A615-99D7641F04AC}" destId="{0EC0AA81-8A47-4C92-A556-3486E91BFF8F}" srcOrd="0" destOrd="0" presId="urn:microsoft.com/office/officeart/2005/8/layout/hierarchy1"/>
    <dgm:cxn modelId="{A5521996-1441-40FF-B1AF-1B63D3368B58}" type="presParOf" srcId="{0EC0AA81-8A47-4C92-A556-3486E91BFF8F}" destId="{012890BC-431C-4F2F-881A-611149482968}" srcOrd="0" destOrd="0" presId="urn:microsoft.com/office/officeart/2005/8/layout/hierarchy1"/>
    <dgm:cxn modelId="{26A2E06E-C7AC-4B64-88D4-DCB7F90C0A20}" type="presParOf" srcId="{0EC0AA81-8A47-4C92-A556-3486E91BFF8F}" destId="{8550D973-3B66-4AA8-8C03-DF8F19F89D24}" srcOrd="1" destOrd="0" presId="urn:microsoft.com/office/officeart/2005/8/layout/hierarchy1"/>
    <dgm:cxn modelId="{34E0D9A2-992B-499F-93F1-8CDEE9499D5C}" type="presParOf" srcId="{7628B5EC-B817-4089-A615-99D7641F04AC}" destId="{56731481-B987-468E-AD49-712D16C65184}" srcOrd="1" destOrd="0" presId="urn:microsoft.com/office/officeart/2005/8/layout/hierarchy1"/>
    <dgm:cxn modelId="{80FA5147-1217-441D-AB59-34E18C99278A}" type="presParOf" srcId="{56731481-B987-468E-AD49-712D16C65184}" destId="{3DA4B482-D0F2-422E-AE4B-986D4B317082}" srcOrd="0" destOrd="0" presId="urn:microsoft.com/office/officeart/2005/8/layout/hierarchy1"/>
    <dgm:cxn modelId="{D8E01A79-2335-474D-94C1-7DCB168CBF1E}" type="presParOf" srcId="{56731481-B987-468E-AD49-712D16C65184}" destId="{CD9E8606-DA45-4F10-9AFA-E53B374F828F}" srcOrd="1" destOrd="0" presId="urn:microsoft.com/office/officeart/2005/8/layout/hierarchy1"/>
    <dgm:cxn modelId="{D1A5A61D-5E0C-4331-8E18-4D622A1E815B}" type="presParOf" srcId="{CD9E8606-DA45-4F10-9AFA-E53B374F828F}" destId="{787F467B-E380-4105-A522-FE833062499F}" srcOrd="0" destOrd="0" presId="urn:microsoft.com/office/officeart/2005/8/layout/hierarchy1"/>
    <dgm:cxn modelId="{C0EDCCAB-66CB-4DBB-9976-E65A4AF2AC29}" type="presParOf" srcId="{787F467B-E380-4105-A522-FE833062499F}" destId="{9FEE26ED-0420-4B18-A783-B48CA353EB7D}" srcOrd="0" destOrd="0" presId="urn:microsoft.com/office/officeart/2005/8/layout/hierarchy1"/>
    <dgm:cxn modelId="{36DD231A-092C-416F-82B1-A722EF628370}" type="presParOf" srcId="{787F467B-E380-4105-A522-FE833062499F}" destId="{46A51945-DD0E-4420-92E6-B879F8CA6870}" srcOrd="1" destOrd="0" presId="urn:microsoft.com/office/officeart/2005/8/layout/hierarchy1"/>
    <dgm:cxn modelId="{94D394D0-CC01-4004-AAF9-637D1F01A699}" type="presParOf" srcId="{CD9E8606-DA45-4F10-9AFA-E53B374F828F}" destId="{F35DFE14-BE98-41C1-AF6B-E903DF5B2159}" srcOrd="1" destOrd="0" presId="urn:microsoft.com/office/officeart/2005/8/layout/hierarchy1"/>
    <dgm:cxn modelId="{BFA045E7-6043-4127-A84E-B3CBF84B7ABE}" type="presParOf" srcId="{56731481-B987-468E-AD49-712D16C65184}" destId="{B44BD6FB-3083-4B74-81D0-77C3E3D6FE4C}" srcOrd="2" destOrd="0" presId="urn:microsoft.com/office/officeart/2005/8/layout/hierarchy1"/>
    <dgm:cxn modelId="{975519EF-7DDC-42D0-89FE-DD0093FCACB2}" type="presParOf" srcId="{56731481-B987-468E-AD49-712D16C65184}" destId="{BA305475-A68F-4796-B421-69B8270A9BB2}" srcOrd="3" destOrd="0" presId="urn:microsoft.com/office/officeart/2005/8/layout/hierarchy1"/>
    <dgm:cxn modelId="{13C141ED-6C2B-4CC3-9337-12A66CA9E740}" type="presParOf" srcId="{BA305475-A68F-4796-B421-69B8270A9BB2}" destId="{B97F78A4-1BBC-4AEF-8D19-6298F02D822D}" srcOrd="0" destOrd="0" presId="urn:microsoft.com/office/officeart/2005/8/layout/hierarchy1"/>
    <dgm:cxn modelId="{B9D8EFBF-3F62-46C0-B79D-5C0482F440E9}" type="presParOf" srcId="{B97F78A4-1BBC-4AEF-8D19-6298F02D822D}" destId="{9121F510-A1DC-4966-B79A-6D10FFEC7D98}" srcOrd="0" destOrd="0" presId="urn:microsoft.com/office/officeart/2005/8/layout/hierarchy1"/>
    <dgm:cxn modelId="{92C205A5-98C3-4DC7-B1A4-4E775ACE1D92}" type="presParOf" srcId="{B97F78A4-1BBC-4AEF-8D19-6298F02D822D}" destId="{E9F0C736-CE45-4C29-801E-10F954EEA9F1}" srcOrd="1" destOrd="0" presId="urn:microsoft.com/office/officeart/2005/8/layout/hierarchy1"/>
    <dgm:cxn modelId="{30814585-4DB7-4B7A-A0BF-4660ADC3528D}" type="presParOf" srcId="{BA305475-A68F-4796-B421-69B8270A9BB2}" destId="{23B99F21-0EF3-47A1-80D5-ABF47F1CEB48}" srcOrd="1" destOrd="0" presId="urn:microsoft.com/office/officeart/2005/8/layout/hierarchy1"/>
    <dgm:cxn modelId="{5F0C1B0C-6C71-4303-B988-0E0E7F97A0BF}" type="presParOf" srcId="{56731481-B987-468E-AD49-712D16C65184}" destId="{B78107DF-2EBF-40C3-A6C4-139B8EA7D413}" srcOrd="4" destOrd="0" presId="urn:microsoft.com/office/officeart/2005/8/layout/hierarchy1"/>
    <dgm:cxn modelId="{8273104E-1D1F-44D8-A075-388651B39D8F}" type="presParOf" srcId="{56731481-B987-468E-AD49-712D16C65184}" destId="{8EA8D5E3-E46D-40FE-BF4B-A6A64052C06D}" srcOrd="5" destOrd="0" presId="urn:microsoft.com/office/officeart/2005/8/layout/hierarchy1"/>
    <dgm:cxn modelId="{60EBA2E0-3C89-4C19-A3E5-5089BA776752}" type="presParOf" srcId="{8EA8D5E3-E46D-40FE-BF4B-A6A64052C06D}" destId="{F8BADA96-47AE-4B41-A22A-1CB7A80B968C}" srcOrd="0" destOrd="0" presId="urn:microsoft.com/office/officeart/2005/8/layout/hierarchy1"/>
    <dgm:cxn modelId="{E265C894-39F8-4C7B-9C9C-115825B9C025}" type="presParOf" srcId="{F8BADA96-47AE-4B41-A22A-1CB7A80B968C}" destId="{EBCF5BD0-140A-47F0-AAC6-05E8B446476B}" srcOrd="0" destOrd="0" presId="urn:microsoft.com/office/officeart/2005/8/layout/hierarchy1"/>
    <dgm:cxn modelId="{FE785150-D7A2-45F0-9FE1-1B2C966CC1D7}" type="presParOf" srcId="{F8BADA96-47AE-4B41-A22A-1CB7A80B968C}" destId="{F73EC8A4-947A-425F-81C1-CACCA89A1595}" srcOrd="1" destOrd="0" presId="urn:microsoft.com/office/officeart/2005/8/layout/hierarchy1"/>
    <dgm:cxn modelId="{5AE9A45A-4C7A-4B49-B7CB-9FEE318BC8DB}" type="presParOf" srcId="{8EA8D5E3-E46D-40FE-BF4B-A6A64052C06D}" destId="{5BB343A0-493C-4AD1-93C5-B7775AAD3A26}" srcOrd="1" destOrd="0" presId="urn:microsoft.com/office/officeart/2005/8/layout/hierarchy1"/>
    <dgm:cxn modelId="{22B18346-C7FB-4F56-8665-C9C1C57973B2}" type="presParOf" srcId="{56731481-B987-468E-AD49-712D16C65184}" destId="{D3914356-18CB-4DD9-B89D-3550F115DA50}" srcOrd="6" destOrd="0" presId="urn:microsoft.com/office/officeart/2005/8/layout/hierarchy1"/>
    <dgm:cxn modelId="{372F9BB2-4096-4C7A-A0F5-4D255CF41FBC}" type="presParOf" srcId="{56731481-B987-468E-AD49-712D16C65184}" destId="{467DF3CE-C2C5-41EB-9EA4-DDDAE500C5F9}" srcOrd="7" destOrd="0" presId="urn:microsoft.com/office/officeart/2005/8/layout/hierarchy1"/>
    <dgm:cxn modelId="{403C67D4-A8F7-4AD8-9367-9FE81B19B9A6}" type="presParOf" srcId="{467DF3CE-C2C5-41EB-9EA4-DDDAE500C5F9}" destId="{80847096-9E4A-4C6A-8D7D-90DCB2ADB9F1}" srcOrd="0" destOrd="0" presId="urn:microsoft.com/office/officeart/2005/8/layout/hierarchy1"/>
    <dgm:cxn modelId="{E34DBC96-FA1F-4873-8FC3-701D397E0F5F}" type="presParOf" srcId="{80847096-9E4A-4C6A-8D7D-90DCB2ADB9F1}" destId="{C804D45F-074B-4D4C-AD31-FED50AEC4FDC}" srcOrd="0" destOrd="0" presId="urn:microsoft.com/office/officeart/2005/8/layout/hierarchy1"/>
    <dgm:cxn modelId="{93BF8494-28E4-4276-B21F-61C61E9B532D}" type="presParOf" srcId="{80847096-9E4A-4C6A-8D7D-90DCB2ADB9F1}" destId="{0BB61426-FF0F-4AF7-964A-02C0B21B2066}" srcOrd="1" destOrd="0" presId="urn:microsoft.com/office/officeart/2005/8/layout/hierarchy1"/>
    <dgm:cxn modelId="{35DB40B2-DBEF-47DF-A706-6E005DFE96E4}" type="presParOf" srcId="{467DF3CE-C2C5-41EB-9EA4-DDDAE500C5F9}" destId="{BB881B0B-302C-49F6-A18C-4A515F3A96C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0CC22-9345-4ADC-8831-70437A5B6922}">
      <dsp:nvSpPr>
        <dsp:cNvPr id="0" name=""/>
        <dsp:cNvSpPr/>
      </dsp:nvSpPr>
      <dsp:spPr>
        <a:xfrm>
          <a:off x="0" y="3589"/>
          <a:ext cx="11125200" cy="7646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578214-E6CF-4BAE-9985-3F397C6CEB11}">
      <dsp:nvSpPr>
        <dsp:cNvPr id="0" name=""/>
        <dsp:cNvSpPr/>
      </dsp:nvSpPr>
      <dsp:spPr>
        <a:xfrm>
          <a:off x="231310" y="175638"/>
          <a:ext cx="420563" cy="420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843001-B05B-496B-BE3A-9A06EFA63113}">
      <dsp:nvSpPr>
        <dsp:cNvPr id="0" name=""/>
        <dsp:cNvSpPr/>
      </dsp:nvSpPr>
      <dsp:spPr>
        <a:xfrm>
          <a:off x="883184" y="3589"/>
          <a:ext cx="10242015" cy="764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27" tIns="80927" rIns="80927" bIns="8092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0" kern="1200" dirty="0">
              <a:latin typeface="Bahnschrift" panose="020B0502040204020203" pitchFamily="34" charset="0"/>
            </a:rPr>
            <a:t>✔ Real-time ingestion of loan data</a:t>
          </a:r>
          <a:endParaRPr lang="en-US" sz="1900" kern="1200" dirty="0">
            <a:latin typeface="Bahnschrift" panose="020B0502040204020203" pitchFamily="34" charset="0"/>
          </a:endParaRPr>
        </a:p>
      </dsp:txBody>
      <dsp:txXfrm>
        <a:off x="883184" y="3589"/>
        <a:ext cx="10242015" cy="764661"/>
      </dsp:txXfrm>
    </dsp:sp>
    <dsp:sp modelId="{21AC3081-ADB9-41CB-BBB6-BDB4A2B1E355}">
      <dsp:nvSpPr>
        <dsp:cNvPr id="0" name=""/>
        <dsp:cNvSpPr/>
      </dsp:nvSpPr>
      <dsp:spPr>
        <a:xfrm>
          <a:off x="0" y="959417"/>
          <a:ext cx="11125200" cy="7646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1021C8-A474-4F25-892B-9C34D31EE22F}">
      <dsp:nvSpPr>
        <dsp:cNvPr id="0" name=""/>
        <dsp:cNvSpPr/>
      </dsp:nvSpPr>
      <dsp:spPr>
        <a:xfrm>
          <a:off x="231310" y="1131465"/>
          <a:ext cx="420563" cy="420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B45B3E-1961-488F-B516-4434C2A6EBAB}">
      <dsp:nvSpPr>
        <dsp:cNvPr id="0" name=""/>
        <dsp:cNvSpPr/>
      </dsp:nvSpPr>
      <dsp:spPr>
        <a:xfrm>
          <a:off x="883184" y="959417"/>
          <a:ext cx="10242015" cy="764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27" tIns="80927" rIns="80927" bIns="8092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0" kern="1200" dirty="0">
              <a:latin typeface="Bahnschrift" panose="020B0502040204020203" pitchFamily="34" charset="0"/>
            </a:rPr>
            <a:t>✔ Centralized analytics platform</a:t>
          </a:r>
          <a:endParaRPr lang="en-US" sz="1900" kern="1200" dirty="0">
            <a:latin typeface="Bahnschrift" panose="020B0502040204020203" pitchFamily="34" charset="0"/>
          </a:endParaRPr>
        </a:p>
      </dsp:txBody>
      <dsp:txXfrm>
        <a:off x="883184" y="959417"/>
        <a:ext cx="10242015" cy="764661"/>
      </dsp:txXfrm>
    </dsp:sp>
    <dsp:sp modelId="{0C8737BE-26CD-4D72-AB01-B3EC5F22A986}">
      <dsp:nvSpPr>
        <dsp:cNvPr id="0" name=""/>
        <dsp:cNvSpPr/>
      </dsp:nvSpPr>
      <dsp:spPr>
        <a:xfrm>
          <a:off x="0" y="1915244"/>
          <a:ext cx="11125200" cy="7646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3A7435-2BB5-46C9-ADC0-806F36448A5F}">
      <dsp:nvSpPr>
        <dsp:cNvPr id="0" name=""/>
        <dsp:cNvSpPr/>
      </dsp:nvSpPr>
      <dsp:spPr>
        <a:xfrm>
          <a:off x="231310" y="2087293"/>
          <a:ext cx="420563" cy="420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BADCAC-4D2B-4086-8129-1F6045A07911}">
      <dsp:nvSpPr>
        <dsp:cNvPr id="0" name=""/>
        <dsp:cNvSpPr/>
      </dsp:nvSpPr>
      <dsp:spPr>
        <a:xfrm>
          <a:off x="883184" y="1915244"/>
          <a:ext cx="10242015" cy="764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27" tIns="80927" rIns="80927" bIns="8092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0" kern="1200" dirty="0">
              <a:latin typeface="Bahnschrift" panose="020B0502040204020203" pitchFamily="34" charset="0"/>
            </a:rPr>
            <a:t>✔ Historical tracking using SCD Type 2</a:t>
          </a:r>
          <a:endParaRPr lang="en-US" sz="1900" kern="1200" dirty="0">
            <a:latin typeface="Bahnschrift" panose="020B0502040204020203" pitchFamily="34" charset="0"/>
          </a:endParaRPr>
        </a:p>
      </dsp:txBody>
      <dsp:txXfrm>
        <a:off x="883184" y="1915244"/>
        <a:ext cx="10242015" cy="764661"/>
      </dsp:txXfrm>
    </dsp:sp>
    <dsp:sp modelId="{8F1DA76F-EDAA-423D-A842-E51313D856DA}">
      <dsp:nvSpPr>
        <dsp:cNvPr id="0" name=""/>
        <dsp:cNvSpPr/>
      </dsp:nvSpPr>
      <dsp:spPr>
        <a:xfrm>
          <a:off x="0" y="2871071"/>
          <a:ext cx="11125200" cy="7646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C622D7-C2D1-4428-9498-5B727B23818E}">
      <dsp:nvSpPr>
        <dsp:cNvPr id="0" name=""/>
        <dsp:cNvSpPr/>
      </dsp:nvSpPr>
      <dsp:spPr>
        <a:xfrm>
          <a:off x="231310" y="3043120"/>
          <a:ext cx="420563" cy="420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C7F1A6-CA14-43AD-8537-E572CEDBAC4B}">
      <dsp:nvSpPr>
        <dsp:cNvPr id="0" name=""/>
        <dsp:cNvSpPr/>
      </dsp:nvSpPr>
      <dsp:spPr>
        <a:xfrm>
          <a:off x="883184" y="2871071"/>
          <a:ext cx="10242015" cy="764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27" tIns="80927" rIns="80927" bIns="8092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0" kern="1200" dirty="0">
              <a:latin typeface="Bahnschrift" panose="020B0502040204020203" pitchFamily="34" charset="0"/>
            </a:rPr>
            <a:t>✔ Interactive dashboards for KPIs</a:t>
          </a:r>
          <a:endParaRPr lang="en-US" sz="1900" kern="1200" dirty="0">
            <a:latin typeface="Bahnschrift" panose="020B0502040204020203" pitchFamily="34" charset="0"/>
          </a:endParaRPr>
        </a:p>
      </dsp:txBody>
      <dsp:txXfrm>
        <a:off x="883184" y="2871071"/>
        <a:ext cx="10242015" cy="764661"/>
      </dsp:txXfrm>
    </dsp:sp>
    <dsp:sp modelId="{64E3C211-F8C7-471B-930D-1D81642C6A5C}">
      <dsp:nvSpPr>
        <dsp:cNvPr id="0" name=""/>
        <dsp:cNvSpPr/>
      </dsp:nvSpPr>
      <dsp:spPr>
        <a:xfrm>
          <a:off x="0" y="3826898"/>
          <a:ext cx="11125200" cy="7646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6A028D-27A1-477C-9CC7-C9910739598F}">
      <dsp:nvSpPr>
        <dsp:cNvPr id="0" name=""/>
        <dsp:cNvSpPr/>
      </dsp:nvSpPr>
      <dsp:spPr>
        <a:xfrm>
          <a:off x="231310" y="3998947"/>
          <a:ext cx="420563" cy="42056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A8054D-7D47-482F-A41D-D31A506F4756}">
      <dsp:nvSpPr>
        <dsp:cNvPr id="0" name=""/>
        <dsp:cNvSpPr/>
      </dsp:nvSpPr>
      <dsp:spPr>
        <a:xfrm>
          <a:off x="883184" y="3826898"/>
          <a:ext cx="10242015" cy="764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27" tIns="80927" rIns="80927" bIns="8092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0" kern="1200" dirty="0">
              <a:latin typeface="Bahnschrift" panose="020B0502040204020203" pitchFamily="34" charset="0"/>
            </a:rPr>
            <a:t>✔ AI-powered business querying &amp; knowledge assistant</a:t>
          </a:r>
          <a:endParaRPr lang="en-US" sz="1900" kern="1200" dirty="0">
            <a:latin typeface="Bahnschrift" panose="020B0502040204020203" pitchFamily="34" charset="0"/>
          </a:endParaRPr>
        </a:p>
      </dsp:txBody>
      <dsp:txXfrm>
        <a:off x="883184" y="3826898"/>
        <a:ext cx="10242015" cy="7646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914356-18CB-4DD9-B89D-3550F115DA50}">
      <dsp:nvSpPr>
        <dsp:cNvPr id="0" name=""/>
        <dsp:cNvSpPr/>
      </dsp:nvSpPr>
      <dsp:spPr>
        <a:xfrm>
          <a:off x="4854151" y="1308071"/>
          <a:ext cx="3774804" cy="5988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079"/>
              </a:lnTo>
              <a:lnTo>
                <a:pt x="3774804" y="408079"/>
              </a:lnTo>
              <a:lnTo>
                <a:pt x="3774804" y="59882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8107DF-2EBF-40C3-A6C4-139B8EA7D413}">
      <dsp:nvSpPr>
        <dsp:cNvPr id="0" name=""/>
        <dsp:cNvSpPr/>
      </dsp:nvSpPr>
      <dsp:spPr>
        <a:xfrm>
          <a:off x="4854151" y="1308071"/>
          <a:ext cx="1258268" cy="5988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079"/>
              </a:lnTo>
              <a:lnTo>
                <a:pt x="1258268" y="408079"/>
              </a:lnTo>
              <a:lnTo>
                <a:pt x="1258268" y="59882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4BD6FB-3083-4B74-81D0-77C3E3D6FE4C}">
      <dsp:nvSpPr>
        <dsp:cNvPr id="0" name=""/>
        <dsp:cNvSpPr/>
      </dsp:nvSpPr>
      <dsp:spPr>
        <a:xfrm>
          <a:off x="3595883" y="1308071"/>
          <a:ext cx="1258268" cy="598821"/>
        </a:xfrm>
        <a:custGeom>
          <a:avLst/>
          <a:gdLst/>
          <a:ahLst/>
          <a:cxnLst/>
          <a:rect l="0" t="0" r="0" b="0"/>
          <a:pathLst>
            <a:path>
              <a:moveTo>
                <a:pt x="1258268" y="0"/>
              </a:moveTo>
              <a:lnTo>
                <a:pt x="1258268" y="408079"/>
              </a:lnTo>
              <a:lnTo>
                <a:pt x="0" y="408079"/>
              </a:lnTo>
              <a:lnTo>
                <a:pt x="0" y="59882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A4B482-D0F2-422E-AE4B-986D4B317082}">
      <dsp:nvSpPr>
        <dsp:cNvPr id="0" name=""/>
        <dsp:cNvSpPr/>
      </dsp:nvSpPr>
      <dsp:spPr>
        <a:xfrm>
          <a:off x="1079347" y="1308071"/>
          <a:ext cx="3774804" cy="598821"/>
        </a:xfrm>
        <a:custGeom>
          <a:avLst/>
          <a:gdLst/>
          <a:ahLst/>
          <a:cxnLst/>
          <a:rect l="0" t="0" r="0" b="0"/>
          <a:pathLst>
            <a:path>
              <a:moveTo>
                <a:pt x="3774804" y="0"/>
              </a:moveTo>
              <a:lnTo>
                <a:pt x="3774804" y="408079"/>
              </a:lnTo>
              <a:lnTo>
                <a:pt x="0" y="408079"/>
              </a:lnTo>
              <a:lnTo>
                <a:pt x="0" y="59882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2890BC-431C-4F2F-881A-611149482968}">
      <dsp:nvSpPr>
        <dsp:cNvPr id="0" name=""/>
        <dsp:cNvSpPr/>
      </dsp:nvSpPr>
      <dsp:spPr>
        <a:xfrm>
          <a:off x="3824659" y="616"/>
          <a:ext cx="2058984" cy="13074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50D973-3B66-4AA8-8C03-DF8F19F89D24}">
      <dsp:nvSpPr>
        <dsp:cNvPr id="0" name=""/>
        <dsp:cNvSpPr/>
      </dsp:nvSpPr>
      <dsp:spPr>
        <a:xfrm>
          <a:off x="4053435" y="217954"/>
          <a:ext cx="2058984" cy="13074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Bahnschrift" panose="020B0502040204020203" pitchFamily="34" charset="0"/>
            </a:rPr>
            <a:t>CSV Files:</a:t>
          </a:r>
          <a:endParaRPr lang="en-US" sz="2400" kern="1200" dirty="0">
            <a:latin typeface="Bahnschrift" panose="020B0502040204020203" pitchFamily="34" charset="0"/>
          </a:endParaRPr>
        </a:p>
      </dsp:txBody>
      <dsp:txXfrm>
        <a:off x="4091729" y="256248"/>
        <a:ext cx="1982396" cy="1230866"/>
      </dsp:txXfrm>
    </dsp:sp>
    <dsp:sp modelId="{9FEE26ED-0420-4B18-A783-B48CA353EB7D}">
      <dsp:nvSpPr>
        <dsp:cNvPr id="0" name=""/>
        <dsp:cNvSpPr/>
      </dsp:nvSpPr>
      <dsp:spPr>
        <a:xfrm>
          <a:off x="49855" y="1906893"/>
          <a:ext cx="2058984" cy="13074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A51945-DD0E-4420-92E6-B879F8CA6870}">
      <dsp:nvSpPr>
        <dsp:cNvPr id="0" name=""/>
        <dsp:cNvSpPr/>
      </dsp:nvSpPr>
      <dsp:spPr>
        <a:xfrm>
          <a:off x="278631" y="2124230"/>
          <a:ext cx="2058984" cy="13074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latin typeface="Bahnschrift" panose="020B0502040204020203" pitchFamily="34" charset="0"/>
            </a:rPr>
            <a:t>Borrowers</a:t>
          </a:r>
          <a:endParaRPr lang="en-US" sz="2400" kern="1200" dirty="0">
            <a:latin typeface="Bahnschrift" panose="020B0502040204020203" pitchFamily="34" charset="0"/>
          </a:endParaRPr>
        </a:p>
      </dsp:txBody>
      <dsp:txXfrm>
        <a:off x="316925" y="2162524"/>
        <a:ext cx="1982396" cy="1230866"/>
      </dsp:txXfrm>
    </dsp:sp>
    <dsp:sp modelId="{9121F510-A1DC-4966-B79A-6D10FFEC7D98}">
      <dsp:nvSpPr>
        <dsp:cNvPr id="0" name=""/>
        <dsp:cNvSpPr/>
      </dsp:nvSpPr>
      <dsp:spPr>
        <a:xfrm>
          <a:off x="2566391" y="1906893"/>
          <a:ext cx="2058984" cy="13074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F0C736-CE45-4C29-801E-10F954EEA9F1}">
      <dsp:nvSpPr>
        <dsp:cNvPr id="0" name=""/>
        <dsp:cNvSpPr/>
      </dsp:nvSpPr>
      <dsp:spPr>
        <a:xfrm>
          <a:off x="2795167" y="2124230"/>
          <a:ext cx="2058984" cy="13074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latin typeface="Bahnschrift" panose="020B0502040204020203" pitchFamily="34" charset="0"/>
            </a:rPr>
            <a:t>Branches</a:t>
          </a:r>
          <a:endParaRPr lang="en-US" sz="2400" kern="1200" dirty="0">
            <a:latin typeface="Bahnschrift" panose="020B0502040204020203" pitchFamily="34" charset="0"/>
          </a:endParaRPr>
        </a:p>
      </dsp:txBody>
      <dsp:txXfrm>
        <a:off x="2833461" y="2162524"/>
        <a:ext cx="1982396" cy="1230866"/>
      </dsp:txXfrm>
    </dsp:sp>
    <dsp:sp modelId="{EBCF5BD0-140A-47F0-AAC6-05E8B446476B}">
      <dsp:nvSpPr>
        <dsp:cNvPr id="0" name=""/>
        <dsp:cNvSpPr/>
      </dsp:nvSpPr>
      <dsp:spPr>
        <a:xfrm>
          <a:off x="5082927" y="1906893"/>
          <a:ext cx="2058984" cy="13074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3EC8A4-947A-425F-81C1-CACCA89A1595}">
      <dsp:nvSpPr>
        <dsp:cNvPr id="0" name=""/>
        <dsp:cNvSpPr/>
      </dsp:nvSpPr>
      <dsp:spPr>
        <a:xfrm>
          <a:off x="5311703" y="2124230"/>
          <a:ext cx="2058984" cy="13074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latin typeface="Bahnschrift" panose="020B0502040204020203" pitchFamily="34" charset="0"/>
            </a:rPr>
            <a:t>Loans</a:t>
          </a:r>
          <a:endParaRPr lang="en-US" sz="2400" kern="1200" dirty="0">
            <a:latin typeface="Bahnschrift" panose="020B0502040204020203" pitchFamily="34" charset="0"/>
          </a:endParaRPr>
        </a:p>
      </dsp:txBody>
      <dsp:txXfrm>
        <a:off x="5349997" y="2162524"/>
        <a:ext cx="1982396" cy="1230866"/>
      </dsp:txXfrm>
    </dsp:sp>
    <dsp:sp modelId="{C804D45F-074B-4D4C-AD31-FED50AEC4FDC}">
      <dsp:nvSpPr>
        <dsp:cNvPr id="0" name=""/>
        <dsp:cNvSpPr/>
      </dsp:nvSpPr>
      <dsp:spPr>
        <a:xfrm>
          <a:off x="7599463" y="1906893"/>
          <a:ext cx="2058984" cy="13074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B61426-FF0F-4AF7-964A-02C0B21B2066}">
      <dsp:nvSpPr>
        <dsp:cNvPr id="0" name=""/>
        <dsp:cNvSpPr/>
      </dsp:nvSpPr>
      <dsp:spPr>
        <a:xfrm>
          <a:off x="7828239" y="2124230"/>
          <a:ext cx="2058984" cy="13074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latin typeface="Bahnschrift" panose="020B0502040204020203" pitchFamily="34" charset="0"/>
            </a:rPr>
            <a:t>Transactions</a:t>
          </a:r>
          <a:endParaRPr lang="en-US" sz="2400" kern="1200" dirty="0">
            <a:latin typeface="Bahnschrift" panose="020B0502040204020203" pitchFamily="34" charset="0"/>
          </a:endParaRPr>
        </a:p>
      </dsp:txBody>
      <dsp:txXfrm>
        <a:off x="7866533" y="2162524"/>
        <a:ext cx="1982396" cy="12308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412D67-2B4E-9F55-6EDC-F2256BD021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68C3D-E520-C942-CFB7-27E263C06F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296E7-6EEA-4CEF-8F27-97AAB1939405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DE418-482A-7A43-F10A-2705951C1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D5FD8-B708-FF93-D8FD-7A2F3AD618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EA95-EEDE-466E-B94C-8B572EEF9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94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B098B2-BFF5-4A5A-A5D3-62AB41C85793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788865-C541-4CF4-96C1-9618A6932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3235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0EA10B1E-4FA2-D72F-F444-DB648FFEBB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2" t="1147" b="4270"/>
          <a:stretch/>
        </p:blipFill>
        <p:spPr>
          <a:xfrm>
            <a:off x="-28124" y="0"/>
            <a:ext cx="12220123" cy="68580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F6931615-3EFD-406D-8CAB-500F498BBC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9891" y="3006522"/>
            <a:ext cx="8937171" cy="1421928"/>
          </a:xfrm>
          <a:noFill/>
        </p:spPr>
        <p:txBody>
          <a:bodyPr wrap="square" rtlCol="0">
            <a:spAutoFit/>
          </a:bodyPr>
          <a:lstStyle>
            <a:lvl1pPr>
              <a:defRPr lang="en-US" sz="4800" b="1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pPr marL="0"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51413D66-879B-990C-642E-1E1E0D8F30F0}"/>
              </a:ext>
            </a:extLst>
          </p:cNvPr>
          <p:cNvSpPr txBox="1">
            <a:spLocks/>
          </p:cNvSpPr>
          <p:nvPr userDrawn="1"/>
        </p:nvSpPr>
        <p:spPr>
          <a:xfrm>
            <a:off x="1089891" y="4473456"/>
            <a:ext cx="8937171" cy="43858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r>
              <a:rPr lang="en-US" sz="2500" dirty="0"/>
              <a:t>Click to edit Master 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EFC81-BEEE-352B-0244-DD36B67B80C9}"/>
              </a:ext>
            </a:extLst>
          </p:cNvPr>
          <p:cNvSpPr txBox="1">
            <a:spLocks/>
          </p:cNvSpPr>
          <p:nvPr userDrawn="1"/>
        </p:nvSpPr>
        <p:spPr>
          <a:xfrm>
            <a:off x="1089890" y="5263013"/>
            <a:ext cx="8937171" cy="58753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pPr>
              <a:lnSpc>
                <a:spcPts val="2000"/>
              </a:lnSpc>
            </a:pPr>
            <a:r>
              <a:rPr lang="en-US" sz="1400" b="1" dirty="0"/>
              <a:t>Presenter Name</a:t>
            </a:r>
          </a:p>
          <a:p>
            <a:pPr>
              <a:lnSpc>
                <a:spcPts val="2000"/>
              </a:lnSpc>
            </a:pPr>
            <a:r>
              <a:rPr lang="en-US" sz="1400" b="0" dirty="0"/>
              <a:t>Month, 20XX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A4A541-3236-7C7A-108F-C328E38F39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934" y="323988"/>
            <a:ext cx="2323604" cy="66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85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9B01B99F-2CE5-433C-8F7A-483D41C4A9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2" name="Picture 21" descr="Background pattern&#10;&#10;Description automatically generated">
            <a:extLst>
              <a:ext uri="{FF2B5EF4-FFF2-40B4-BE49-F238E27FC236}">
                <a16:creationId xmlns:a16="http://schemas.microsoft.com/office/drawing/2014/main" id="{27D409DF-402A-DD18-BFCE-8888573143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23" name="Marcador de número de diapositiva 5">
            <a:extLst>
              <a:ext uri="{FF2B5EF4-FFF2-40B4-BE49-F238E27FC236}">
                <a16:creationId xmlns:a16="http://schemas.microsoft.com/office/drawing/2014/main" id="{B982187F-CBBE-F09C-0F6F-730E0F0B1244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5456A7-BE66-D18D-4755-5BE1D37DDEF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400" y="1822450"/>
            <a:ext cx="11125200" cy="4351338"/>
          </a:xfrm>
        </p:spPr>
        <p:txBody>
          <a:bodyPr>
            <a:normAutofit/>
          </a:bodyPr>
          <a:lstStyle>
            <a:lvl1pPr>
              <a:defRPr lang="en-US" sz="12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12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2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2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2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235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32" userDrawn="1">
          <p15:clr>
            <a:srgbClr val="FBAE40"/>
          </p15:clr>
        </p15:guide>
        <p15:guide id="2" pos="336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pos="73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1"/>
          <a:lstStyle>
            <a:lvl1pPr>
              <a:lnSpc>
                <a:spcPts val="1700"/>
              </a:lnSpc>
              <a:defRPr lang="en-US" sz="2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438F9EE4-1525-DA32-B6BF-F9D4E4DA0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E9EC46A4-50CA-5032-642E-472F2C66E949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865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2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BAEB0E49-39B0-037C-0357-6C4472DC15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4E4B298F-D75D-0E89-ED3D-DF0CF1A87E27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657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3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07F8B13B-8E7C-F321-BF83-177D747B1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4BB16B3F-018F-71E7-B239-96DA6F36DEB4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452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F55D43F-875F-4E2B-82B9-5EEDDAEA6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989299"/>
            <a:ext cx="8610601" cy="2852737"/>
          </a:xfrm>
        </p:spPr>
        <p:txBody>
          <a:bodyPr anchor="b">
            <a:normAutofit/>
          </a:bodyPr>
          <a:lstStyle>
            <a:lvl1pPr>
              <a:defRPr lang="en-US" sz="4400" b="1" kern="1200" dirty="0">
                <a:solidFill>
                  <a:srgbClr val="595959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18B4745-7445-43DB-B108-3CDCB28A7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3869024"/>
            <a:ext cx="8610602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595959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5A424433-CA37-48A1-EF7E-E44DEC8944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7B593DD1-E696-84F5-997E-395CB4B340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179C2830-1743-9FEA-4F66-BCE7925B9DB5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886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A6A7051-5A82-D471-602E-39E158F6B1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81628252-EFFE-45BA-BB6B-80B43271D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242" y="1508588"/>
            <a:ext cx="5864980" cy="2852737"/>
          </a:xfrm>
        </p:spPr>
        <p:txBody>
          <a:bodyPr anchor="b">
            <a:normAutofit/>
          </a:bodyPr>
          <a:lstStyle>
            <a:lvl1pPr>
              <a:defRPr lang="en-US" sz="44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994D909-A7BC-465C-8A9B-65471E73F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93242" y="4388313"/>
            <a:ext cx="586498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921F3B-DFDD-3880-4A59-92315D909E94}"/>
              </a:ext>
            </a:extLst>
          </p:cNvPr>
          <p:cNvSpPr txBox="1"/>
          <p:nvPr userDrawn="1"/>
        </p:nvSpPr>
        <p:spPr>
          <a:xfrm>
            <a:off x="3048000" y="6425185"/>
            <a:ext cx="6096000" cy="24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©</a:t>
            </a:r>
            <a:r>
              <a:rPr lang="en-US" sz="1000" dirty="0" err="1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LTIMindtree</a:t>
            </a:r>
            <a:r>
              <a:rPr lang="en-US" sz="1000" dirty="0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 | Privileged and Confidential 2022</a:t>
            </a:r>
            <a:endParaRPr lang="en-IN" sz="1000" dirty="0">
              <a:solidFill>
                <a:schemeClr val="bg2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27DD45-CE2E-85E8-642D-93DED37DD3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10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228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D9C106-CE49-4F1B-A6DE-3C9818CAFB5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399" y="1655302"/>
            <a:ext cx="5486399" cy="4351338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E8BB916-CDFC-439C-B0EF-513AE7B06AC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172201" y="1655302"/>
            <a:ext cx="5486398" cy="4351338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78651CBE-E342-762C-71AB-7A346C0BD1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0D37EA21-4965-A1A5-EFE5-F1DB9D9A98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CACE2F8E-F80A-F347-8E9C-243A79D7388E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278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04641-62E4-4217-A4FB-1461DCB34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436914"/>
            <a:ext cx="5533119" cy="1068161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F8DFE-7699-41E5-ACEB-81719A7EB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1141" y="1436914"/>
            <a:ext cx="5417458" cy="1068161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54FF91B-5FE4-409D-BA7F-37376CD5E4A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399" y="2651506"/>
            <a:ext cx="5533119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FDB344D-832A-4E14-93A2-EF0879A2EDA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41141" y="2663457"/>
            <a:ext cx="5417458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EF8A07F5-F0F3-56A0-B462-8A048CE694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4DD8A8A8-2642-F3FA-DCC7-296A6B23D3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0A8FC8DD-D1CD-B223-1096-CE2AAC973F80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92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76CF0EE8-1D27-DB0B-D74F-2627C320CB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3CBCC0C3-A39C-312F-C0F0-B965E11FFDA0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0E2AFA92-4A8A-D692-CB16-A5351C9E57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62"/>
            <a:ext cx="5760164" cy="4106844"/>
          </a:xfrm>
          <a:prstGeom prst="rect">
            <a:avLst/>
          </a:prstGeom>
        </p:spPr>
      </p:pic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773A9ED4-9BDF-42B0-B98D-5F105B1AC1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6042" y="961005"/>
            <a:ext cx="8911647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dirty="0">
                <a:solidFill>
                  <a:srgbClr val="595959"/>
                </a:solidFill>
                <a:latin typeface="+mj-lt"/>
              </a:defRPr>
            </a:lvl1pPr>
          </a:lstStyle>
          <a:p>
            <a:pPr marL="0" lvl="0" indent="0"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B90635A-C270-48A0-A1B0-C1B896E998A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663792" y="1712849"/>
            <a:ext cx="8864415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 marL="114300" indent="-342900">
              <a:buFont typeface="Wingdings" pitchFamily="2" charset="2"/>
              <a:buChar char="§"/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 marL="1085850" indent="-285750">
              <a:buFont typeface="Wingdings" pitchFamily="2" charset="2"/>
              <a:buChar char="§"/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 marL="1600200" indent="-285750">
              <a:buFont typeface="Wingdings" pitchFamily="2" charset="2"/>
              <a:buChar char="§"/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buFont typeface="Wingdings" pitchFamily="2" charset="2"/>
              <a:buChar char="§"/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Click to edit Master text styles</a:t>
            </a:r>
          </a:p>
          <a:p>
            <a:pPr marL="228600" lvl="1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Second level</a:t>
            </a:r>
          </a:p>
          <a:p>
            <a:pPr marL="228600" lvl="2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Third level</a:t>
            </a:r>
          </a:p>
          <a:p>
            <a:pPr marL="228600" lvl="3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Fourth level</a:t>
            </a:r>
          </a:p>
          <a:p>
            <a:pPr marL="228600" lvl="4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68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15C7D-CC90-4232-9BFD-B2B1B29D3D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163411"/>
            <a:ext cx="10515600" cy="1325563"/>
          </a:xfrm>
        </p:spPr>
        <p:txBody>
          <a:bodyPr>
            <a:normAutofit/>
          </a:bodyPr>
          <a:lstStyle>
            <a:lvl1pPr>
              <a:defRPr lang="en-US" sz="2800" b="1" kern="1200" dirty="0">
                <a:solidFill>
                  <a:srgbClr val="595959"/>
                </a:solidFill>
                <a:latin typeface="Frutiger 45 Light" pitchFamily="2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Headline goes here</a:t>
            </a:r>
            <a:br>
              <a:rPr lang="en-US" dirty="0"/>
            </a:br>
            <a:r>
              <a:rPr lang="en-US" dirty="0"/>
              <a:t>Headline goes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252767-4743-47D6-B4D1-07FC2385DD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2815546"/>
            <a:ext cx="10515600" cy="27432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1611A3D-47D0-3647-0CCE-0CB7D32E60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763F4705-5885-9139-7C1E-5E2F720F77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9314451A-6C5B-D5A1-9DD9-55A1359B67FC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551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6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CDA55D2-453F-4E7D-AF30-1542DF26E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1469E54-C50A-4DB5-B104-9B9988317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8A5CEA-5F4E-4109-ACB7-808AE0D5B1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306569" y="2055542"/>
            <a:ext cx="5181599" cy="3813445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7916254B-43C5-9C82-7FF6-BC881992F7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32BAEA48-FEC5-7F2A-1732-CFFB91C99D61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795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B7F8B00-12EF-4751-A034-D733BB7D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5B0E1B6-489C-4643-9FE5-9D4A936A7B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0"/>
            <a:ext cx="7008812" cy="6857999"/>
          </a:xfrm>
        </p:spPr>
        <p:txBody>
          <a:bodyPr/>
          <a:lstStyle>
            <a:lvl1pPr marL="0" indent="0">
              <a:buNone/>
              <a:defRPr sz="32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70DA0CC-8337-43E8-B632-01AC9639E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B70154DA-9096-81F4-B455-E3499A1BD4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3D440A3F-6F49-A806-CA5F-776CACB1FDFB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85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1379A390-F031-B6A4-9699-D7473C2034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BA5E112F-F5E3-1239-9356-9397EE4D0862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726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63948A3-32FA-5533-16DA-635E26595B61}"/>
              </a:ext>
            </a:extLst>
          </p:cNvPr>
          <p:cNvSpPr/>
          <p:nvPr userDrawn="1"/>
        </p:nvSpPr>
        <p:spPr>
          <a:xfrm flipV="1">
            <a:off x="335168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47ABFF-7AC4-BAD1-41A4-E1FE5B8092EF}"/>
              </a:ext>
            </a:extLst>
          </p:cNvPr>
          <p:cNvSpPr/>
          <p:nvPr userDrawn="1"/>
        </p:nvSpPr>
        <p:spPr>
          <a:xfrm flipV="1">
            <a:off x="53327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963FEE-DF85-5D77-1E01-49124A2CEAF5}"/>
              </a:ext>
            </a:extLst>
          </p:cNvPr>
          <p:cNvSpPr/>
          <p:nvPr userDrawn="1"/>
        </p:nvSpPr>
        <p:spPr>
          <a:xfrm flipV="1">
            <a:off x="617009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653896-D7CD-93EE-8417-E2C2E847A910}"/>
              </a:ext>
            </a:extLst>
          </p:cNvPr>
          <p:cNvSpPr/>
          <p:nvPr userDrawn="1"/>
        </p:nvSpPr>
        <p:spPr>
          <a:xfrm flipV="1">
            <a:off x="8988503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12ACBE6E-5DAE-5B6C-1E92-11C9C66233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6182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15DCB66B-4DA5-68F3-EAAE-A7B0A4F3B1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8023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416EDE06-9533-67FB-BF24-DF6C76E3E62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99864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690D0B6E-A10C-4C7A-3858-68AF26206F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817060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7A05C422-6C2D-D524-06F6-FEBC6355E17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423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3B1E9743-4863-A723-9C60-5FC5D3DBEA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5264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CD805F55-EF87-C927-683C-402E3B4349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7105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9318E5AB-5357-32EC-1C6F-7497D78CAE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89465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48394A-EAF3-AA74-A443-B84109539DEE}"/>
              </a:ext>
            </a:extLst>
          </p:cNvPr>
          <p:cNvSpPr/>
          <p:nvPr userDrawn="1"/>
        </p:nvSpPr>
        <p:spPr>
          <a:xfrm>
            <a:off x="123278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215128-DC01-82B5-FF95-CD17B9ACB12C}"/>
              </a:ext>
            </a:extLst>
          </p:cNvPr>
          <p:cNvSpPr/>
          <p:nvPr userDrawn="1"/>
        </p:nvSpPr>
        <p:spPr>
          <a:xfrm>
            <a:off x="405119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E91DFC-E616-7C47-DF0B-7E06270BF99C}"/>
              </a:ext>
            </a:extLst>
          </p:cNvPr>
          <p:cNvSpPr/>
          <p:nvPr userDrawn="1"/>
        </p:nvSpPr>
        <p:spPr>
          <a:xfrm>
            <a:off x="686960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A168DF-9E56-0C0D-7485-F28F78F2D2C0}"/>
              </a:ext>
            </a:extLst>
          </p:cNvPr>
          <p:cNvSpPr/>
          <p:nvPr userDrawn="1"/>
        </p:nvSpPr>
        <p:spPr>
          <a:xfrm>
            <a:off x="9688017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FB3665BC-C3D4-CE79-80F3-7F34FA3ECD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234" y="3298206"/>
            <a:ext cx="2264685" cy="42556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bold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E06ACF8C-308D-25A7-590F-09AAE35138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52644" y="3298206"/>
            <a:ext cx="2264685" cy="33193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403A7C49-0A7D-6B23-80B7-E91B87827A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1054" y="3298206"/>
            <a:ext cx="2264685" cy="33027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9F247137-B811-1C0C-3ECF-8920F2723A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89465" y="3298206"/>
            <a:ext cx="2264685" cy="33027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EE57E6F6-95E1-BB44-5A8A-95D03F02DC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6B00E7C7-88E6-A7F9-7356-C605C6E380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3BA9357F-11E9-B623-DB32-AA16F0336D11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563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6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blur&#10;&#10;Description automatically generated">
            <a:extLst>
              <a:ext uri="{FF2B5EF4-FFF2-40B4-BE49-F238E27FC236}">
                <a16:creationId xmlns:a16="http://schemas.microsoft.com/office/drawing/2014/main" id="{EF438032-1F77-BBEA-C7C7-8ED95C652F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6EEB829-6CD0-4395-A39D-7E253A77EA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82435" y="2765913"/>
            <a:ext cx="3601189" cy="132617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4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Thank you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A4C7068-0752-FBFE-5D91-4C5EF463A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82435" y="4233333"/>
            <a:ext cx="4293054" cy="664810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FA6A43-0AD4-BED3-13C7-0AF5B9BB3FF3}"/>
              </a:ext>
            </a:extLst>
          </p:cNvPr>
          <p:cNvSpPr txBox="1"/>
          <p:nvPr userDrawn="1"/>
        </p:nvSpPr>
        <p:spPr>
          <a:xfrm>
            <a:off x="3048000" y="6423303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0" spc="50" baseline="0" dirty="0" err="1">
                <a:solidFill>
                  <a:srgbClr val="595959"/>
                </a:solidFill>
                <a:effectLst/>
                <a:latin typeface="Frutiger 45 Light" pitchFamily="2" charset="0"/>
              </a:rPr>
              <a:t>LTIMindtree</a:t>
            </a:r>
            <a:r>
              <a:rPr lang="en-US" sz="1000" b="0" i="0" spc="50" baseline="0" dirty="0">
                <a:solidFill>
                  <a:srgbClr val="595959"/>
                </a:solidFill>
                <a:effectLst/>
                <a:latin typeface="Frutiger 45 Light" pitchFamily="2" charset="0"/>
              </a:rPr>
              <a:t> Limited is a subsidiary of Larsen &amp; Toubro Limited</a:t>
            </a:r>
            <a:endParaRPr lang="en-US" sz="1000" b="0" kern="1200" spc="50" baseline="0" dirty="0">
              <a:solidFill>
                <a:srgbClr val="595959"/>
              </a:solidFill>
              <a:latin typeface="Frutiger 45 Light" pitchFamily="2" charset="0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C452BF-B975-E66F-DD59-26D7F10461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6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3685D-D505-42E6-B2A3-1B26BC793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65125"/>
            <a:ext cx="1088571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0300D-8B9D-444F-97B8-8F7D7E3A3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825625"/>
            <a:ext cx="108857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EDB723-1905-4E83-9D47-D0B5CFAA7945}"/>
              </a:ext>
            </a:extLst>
          </p:cNvPr>
          <p:cNvSpPr txBox="1"/>
          <p:nvPr userDrawn="1"/>
        </p:nvSpPr>
        <p:spPr>
          <a:xfrm>
            <a:off x="3048000" y="6425185"/>
            <a:ext cx="6096000" cy="24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©</a:t>
            </a:r>
            <a:r>
              <a:rPr lang="en-US" sz="1000" dirty="0" err="1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LTIMindtree</a:t>
            </a:r>
            <a:r>
              <a:rPr lang="en-US" sz="1000" dirty="0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 | Privileged and Confidential 2022</a:t>
            </a:r>
            <a:endParaRPr lang="en-IN" sz="1000" dirty="0">
              <a:solidFill>
                <a:srgbClr val="595959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04E6E1E-7055-8D1B-4C37-9DCF88F218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Box 1073742684">
            <a:extLst>
              <a:ext uri="{FF2B5EF4-FFF2-40B4-BE49-F238E27FC236}">
                <a16:creationId xmlns:a16="http://schemas.microsoft.com/office/drawing/2014/main" id="{CB09C83E-2E41-0B4B-7535-36A14EDE4624}"/>
              </a:ext>
            </a:extLst>
          </p:cNvPr>
          <p:cNvSpPr txBox="1"/>
          <p:nvPr userDrawn="1"/>
        </p:nvSpPr>
        <p:spPr>
          <a:xfrm>
            <a:off x="4620260" y="3278188"/>
            <a:ext cx="2951480" cy="30162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000" dirty="0">
              <a:solidFill>
                <a:srgbClr val="595959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0561BA-C7F5-9336-C8B6-9C52C6E480B1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3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1" r:id="rId3"/>
    <p:sldLayoutId id="2147483666" r:id="rId4"/>
    <p:sldLayoutId id="2147483665" r:id="rId5"/>
    <p:sldLayoutId id="2147483651" r:id="rId6"/>
    <p:sldLayoutId id="2147483660" r:id="rId7"/>
    <p:sldLayoutId id="2147483652" r:id="rId8"/>
    <p:sldLayoutId id="2147483653" r:id="rId9"/>
    <p:sldLayoutId id="2147483654" r:id="rId10"/>
    <p:sldLayoutId id="2147483658" r:id="rId11"/>
    <p:sldLayoutId id="2147483656" r:id="rId12"/>
    <p:sldLayoutId id="2147483657" r:id="rId13"/>
    <p:sldLayoutId id="2147483664" r:id="rId14"/>
    <p:sldLayoutId id="2147483663" r:id="rId15"/>
    <p:sldLayoutId id="214748365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CB145-FC2C-5CE4-B27C-A4B9D9806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173" y="1857601"/>
            <a:ext cx="8708727" cy="854403"/>
          </a:xfrm>
        </p:spPr>
        <p:txBody>
          <a:bodyPr anchor="b"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</a:rPr>
              <a:t>Loan Management Analytics Platform</a:t>
            </a:r>
            <a:endParaRPr lang="en-IN" dirty="0">
              <a:solidFill>
                <a:schemeClr val="accent1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23B2E0-325D-6BDA-6F16-10B0AA9D1A3E}"/>
              </a:ext>
            </a:extLst>
          </p:cNvPr>
          <p:cNvSpPr txBox="1"/>
          <p:nvPr/>
        </p:nvSpPr>
        <p:spPr>
          <a:xfrm>
            <a:off x="778173" y="3867359"/>
            <a:ext cx="310802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Presented by,</a:t>
            </a:r>
          </a:p>
          <a:p>
            <a:r>
              <a:rPr lang="en-IN" sz="200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    Alok Bhoye</a:t>
            </a:r>
            <a:br>
              <a:rPr lang="en-IN" sz="200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</a:br>
            <a:r>
              <a:rPr lang="en-IN" sz="200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    Ashutosh Dubey</a:t>
            </a:r>
            <a:br>
              <a:rPr lang="en-IN" sz="200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</a:br>
            <a:r>
              <a:rPr lang="en-IN" sz="200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    Mahesh Gore</a:t>
            </a:r>
          </a:p>
          <a:p>
            <a:r>
              <a:rPr lang="en-IN" sz="200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    K Swarna Kudva </a:t>
            </a:r>
          </a:p>
          <a:p>
            <a:r>
              <a:rPr lang="en-IN" sz="200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    Rajanya  Chakraborty</a:t>
            </a:r>
          </a:p>
          <a:p>
            <a:r>
              <a:rPr lang="en-IN" sz="2000" b="1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February,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D2E64C-40A0-75D0-510F-D39F9414842F}"/>
              </a:ext>
            </a:extLst>
          </p:cNvPr>
          <p:cNvSpPr/>
          <p:nvPr/>
        </p:nvSpPr>
        <p:spPr>
          <a:xfrm>
            <a:off x="11729013" y="6355142"/>
            <a:ext cx="462987" cy="502859"/>
          </a:xfrm>
          <a:prstGeom prst="rect">
            <a:avLst/>
          </a:prstGeom>
          <a:solidFill>
            <a:srgbClr val="F7FB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A03C6-D41D-3C2D-513B-DCF372372842}"/>
              </a:ext>
            </a:extLst>
          </p:cNvPr>
          <p:cNvSpPr txBox="1"/>
          <p:nvPr/>
        </p:nvSpPr>
        <p:spPr>
          <a:xfrm>
            <a:off x="9394765" y="5406242"/>
            <a:ext cx="20190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Guided by,</a:t>
            </a:r>
          </a:p>
          <a:p>
            <a:r>
              <a:rPr lang="en-IN" sz="200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    Babjee Reddy</a:t>
            </a:r>
          </a:p>
        </p:txBody>
      </p:sp>
    </p:spTree>
    <p:extLst>
      <p:ext uri="{BB962C8B-B14F-4D97-AF65-F5344CB8AC3E}">
        <p14:creationId xmlns:p14="http://schemas.microsoft.com/office/powerpoint/2010/main" val="1738673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F585B8E-356B-ECE8-5509-109D12D4306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3202" y="1366920"/>
            <a:ext cx="10575234" cy="4711761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US" sz="1400" b="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Business Scenario</a:t>
            </a:r>
          </a:p>
          <a:p>
            <a:pPr marL="457200" indent="-457200">
              <a:buAutoNum type="arabicPeriod"/>
            </a:pPr>
            <a:r>
              <a:rPr lang="en-US" sz="1400" b="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Objectives</a:t>
            </a:r>
          </a:p>
          <a:p>
            <a:pPr marL="457200" indent="-457200">
              <a:buAutoNum type="arabicPeriod"/>
            </a:pPr>
            <a:r>
              <a:rPr lang="en-US" sz="1400" b="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Technology Stack</a:t>
            </a:r>
          </a:p>
          <a:p>
            <a:pPr marL="457200" indent="-457200">
              <a:buAutoNum type="arabicPeriod"/>
            </a:pPr>
            <a:r>
              <a:rPr lang="en-IN" sz="1400" b="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Architecture Overview</a:t>
            </a:r>
          </a:p>
          <a:p>
            <a:pPr marL="457200" indent="-457200">
              <a:buAutoNum type="arabicPeriod"/>
            </a:pPr>
            <a:r>
              <a:rPr lang="en-US" sz="1400" b="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ETL Process Overview</a:t>
            </a:r>
          </a:p>
          <a:p>
            <a:pPr marL="0" indent="0">
              <a:buNone/>
            </a:pPr>
            <a:r>
              <a:rPr lang="en-US" sz="1400" b="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	5.1. Data Sources</a:t>
            </a:r>
          </a:p>
          <a:p>
            <a:pPr marL="0" indent="0">
              <a:buNone/>
            </a:pPr>
            <a:r>
              <a:rPr lang="en-US" sz="1400" b="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         	5.2. </a:t>
            </a:r>
            <a:r>
              <a:rPr lang="en-IN" sz="1400" b="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Transformations</a:t>
            </a:r>
          </a:p>
          <a:p>
            <a:pPr marL="457200" indent="-457200">
              <a:buAutoNum type="arabicPeriod" startAt="6"/>
            </a:pPr>
            <a:r>
              <a:rPr lang="en-IN" sz="1400" b="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Schema Design &amp; Table Structure</a:t>
            </a:r>
          </a:p>
          <a:p>
            <a:pPr marL="457200" indent="-457200">
              <a:buAutoNum type="arabicPeriod" startAt="6"/>
            </a:pPr>
            <a:r>
              <a:rPr lang="en-IN" sz="1400" b="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IDMC Task flows</a:t>
            </a:r>
          </a:p>
          <a:p>
            <a:pPr marL="857250" lvl="2" indent="0">
              <a:buNone/>
            </a:pPr>
            <a:r>
              <a:rPr lang="en-IN" sz="1400" b="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7.1. Validation and Cleaning</a:t>
            </a:r>
          </a:p>
          <a:p>
            <a:pPr marL="857250" lvl="2" indent="0">
              <a:buNone/>
            </a:pPr>
            <a:r>
              <a:rPr lang="en-IN" sz="1400" b="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7.2. Star Schema Formation</a:t>
            </a:r>
          </a:p>
          <a:p>
            <a:pPr marL="457200" indent="-457200">
              <a:buAutoNum type="arabicPeriod" startAt="6"/>
            </a:pPr>
            <a:r>
              <a:rPr lang="en-IN" sz="1400" b="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Streamlit Dashboard</a:t>
            </a:r>
          </a:p>
          <a:p>
            <a:pPr marL="457200" indent="-457200">
              <a:buAutoNum type="arabicPeriod" startAt="6"/>
            </a:pPr>
            <a:r>
              <a:rPr lang="en-IN" sz="1400" b="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Cortex Search (RAG) and Cortex</a:t>
            </a:r>
          </a:p>
          <a:p>
            <a:pPr marL="0" indent="0">
              <a:buNone/>
            </a:pPr>
            <a:r>
              <a:rPr lang="en-IN" sz="1400" b="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	9.1. Cortex Search</a:t>
            </a:r>
          </a:p>
          <a:p>
            <a:pPr marL="0" indent="0">
              <a:buNone/>
            </a:pPr>
            <a:r>
              <a:rPr lang="en-IN" sz="1400" b="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	9.2. Cortex Analyst </a:t>
            </a:r>
          </a:p>
          <a:p>
            <a:pPr marL="457200" indent="-457200">
              <a:buAutoNum type="arabicPeriod" startAt="6"/>
            </a:pPr>
            <a:endParaRPr lang="en-IN" sz="1400" b="0" dirty="0">
              <a:solidFill>
                <a:schemeClr val="tx2">
                  <a:lumMod val="95000"/>
                  <a:lumOff val="5000"/>
                </a:schemeClr>
              </a:solidFill>
              <a:latin typeface="Bahnschrift" panose="020B0502040204020203" pitchFamily="34" charset="0"/>
            </a:endParaRPr>
          </a:p>
          <a:p>
            <a:pPr marL="0" lvl="1" indent="0">
              <a:buNone/>
            </a:pPr>
            <a:r>
              <a:rPr lang="en-IN" sz="1400" b="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          </a:t>
            </a:r>
          </a:p>
          <a:p>
            <a:pPr marL="457200" indent="-457200">
              <a:buAutoNum type="arabicPeriod" startAt="6"/>
            </a:pPr>
            <a:endParaRPr lang="en-US" sz="1400" b="0" dirty="0">
              <a:solidFill>
                <a:schemeClr val="tx2">
                  <a:lumMod val="95000"/>
                  <a:lumOff val="5000"/>
                </a:schemeClr>
              </a:solidFill>
              <a:latin typeface="Bahnschrift" panose="020B0502040204020203" pitchFamily="34" charset="0"/>
            </a:endParaRPr>
          </a:p>
          <a:p>
            <a:pPr marL="1314450" lvl="3" indent="0">
              <a:buNone/>
            </a:pPr>
            <a:endParaRPr lang="en-US" dirty="0">
              <a:solidFill>
                <a:schemeClr val="tx2">
                  <a:lumMod val="95000"/>
                  <a:lumOff val="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78F5D48-7A5F-06D1-12C2-C9B05042EB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3202" y="687243"/>
            <a:ext cx="9281523" cy="43497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316297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653CF9-1D32-EAA6-07A0-912C74F546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43271" y="612662"/>
            <a:ext cx="8911647" cy="43497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</a:rPr>
              <a:t>1. Business Scenario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79973-FDC2-DF04-4040-8AFB6CDFC38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261021" y="1266534"/>
            <a:ext cx="8864415" cy="39008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aseline="-2500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Financial institutions manage large volumes of:</a:t>
            </a:r>
          </a:p>
          <a:p>
            <a:pPr marL="0" indent="0">
              <a:buNone/>
            </a:pPr>
            <a:r>
              <a:rPr lang="en-US" sz="2600" b="0" baseline="-2500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- Loan master data</a:t>
            </a:r>
          </a:p>
          <a:p>
            <a:pPr marL="0" indent="0">
              <a:buNone/>
            </a:pPr>
            <a:r>
              <a:rPr lang="en-US" sz="2600" b="0" baseline="-2500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- Borrower information</a:t>
            </a:r>
          </a:p>
          <a:p>
            <a:pPr marL="0" indent="0">
              <a:buNone/>
            </a:pPr>
            <a:r>
              <a:rPr lang="en-US" sz="2600" b="0" baseline="-2500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- Branch operations</a:t>
            </a:r>
          </a:p>
          <a:p>
            <a:pPr marL="0" indent="0">
              <a:buNone/>
            </a:pPr>
            <a:r>
              <a:rPr lang="en-US" sz="2600" b="0" baseline="-2500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- Daily loan transactions</a:t>
            </a:r>
          </a:p>
          <a:p>
            <a:endParaRPr lang="en-US" sz="2600" b="0" baseline="-25000" dirty="0">
              <a:solidFill>
                <a:schemeClr val="tx2">
                  <a:lumMod val="95000"/>
                  <a:lumOff val="5000"/>
                </a:schemeClr>
              </a:solidFill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en-US" sz="2600" baseline="-2500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Manual reporting causes:</a:t>
            </a:r>
          </a:p>
          <a:p>
            <a:pPr marL="0" indent="0">
              <a:buNone/>
            </a:pPr>
            <a:r>
              <a:rPr lang="en-US" sz="2600" b="0" baseline="-2500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- Delays in insights</a:t>
            </a:r>
          </a:p>
          <a:p>
            <a:pPr marL="0" indent="0">
              <a:buNone/>
            </a:pPr>
            <a:r>
              <a:rPr lang="en-US" sz="2600" b="0" baseline="-2500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- Data inconsistency</a:t>
            </a:r>
          </a:p>
          <a:p>
            <a:pPr marL="0" indent="0">
              <a:buNone/>
            </a:pPr>
            <a:r>
              <a:rPr lang="en-US" sz="2600" b="0" baseline="-2500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- Limited historical tracking</a:t>
            </a:r>
            <a:endParaRPr lang="en-IN" sz="2600" b="0" baseline="-25000" dirty="0">
              <a:solidFill>
                <a:schemeClr val="tx2">
                  <a:lumMod val="95000"/>
                  <a:lumOff val="5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45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EFCE5-D4D3-E9F8-BFA2-34979C5637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399" y="469835"/>
            <a:ext cx="11125200" cy="434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500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</a:rPr>
              <a:t>2.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B207B9-DF73-B84B-B3AB-84C2D7C32934}"/>
              </a:ext>
            </a:extLst>
          </p:cNvPr>
          <p:cNvGraphicFramePr>
            <a:graphicFrameLocks noGrp="1"/>
          </p:cNvGraphicFramePr>
          <p:nvPr>
            <p:ph idx="15"/>
            <p:extLst>
              <p:ext uri="{D42A27DB-BD31-4B8C-83A1-F6EECF244321}">
                <p14:modId xmlns:p14="http://schemas.microsoft.com/office/powerpoint/2010/main" val="1977967028"/>
              </p:ext>
            </p:extLst>
          </p:nvPr>
        </p:nvGraphicFramePr>
        <p:xfrm>
          <a:off x="533400" y="1226916"/>
          <a:ext cx="11125200" cy="4595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8581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E27466-E11B-F731-65EC-4AC35344BB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770" y="500422"/>
            <a:ext cx="8911647" cy="434975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</a:rPr>
              <a:t>3. Technology Stack</a:t>
            </a:r>
          </a:p>
          <a:p>
            <a:pPr marL="0" indent="0">
              <a:buNone/>
            </a:pP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136DB-C9B7-9FAB-7BC9-864946ABDE6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722417" y="1274580"/>
            <a:ext cx="8669233" cy="486101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160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AWS S3 (Cloud Data Storage)</a:t>
            </a:r>
          </a:p>
          <a:p>
            <a:pPr marL="0" indent="0">
              <a:buNone/>
            </a:pPr>
            <a:r>
              <a:rPr lang="en-IN" sz="1600" b="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Snowpipe – Automatically loads incoming CSV files into Snowflake in near real-time.</a:t>
            </a:r>
          </a:p>
          <a:p>
            <a:pPr marL="0" indent="0">
              <a:buNone/>
            </a:pPr>
            <a:endParaRPr lang="en-IN" sz="1600" dirty="0">
              <a:solidFill>
                <a:schemeClr val="tx2">
                  <a:lumMod val="95000"/>
                  <a:lumOff val="5000"/>
                </a:schemeClr>
              </a:solidFill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en-IN" sz="1600" dirty="0">
              <a:solidFill>
                <a:schemeClr val="tx2">
                  <a:lumMod val="95000"/>
                  <a:lumOff val="5000"/>
                </a:schemeClr>
              </a:solidFill>
              <a:latin typeface="Bahnschrift" panose="020B0502040204020203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160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Snowflake (Central Data Warehouse)</a:t>
            </a:r>
          </a:p>
          <a:p>
            <a:pPr marL="0" indent="0">
              <a:buNone/>
            </a:pPr>
            <a:r>
              <a:rPr lang="en-IN" sz="1600" b="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Snowflake – Cloud-based data platform for scalable storage, processing, and analytics.</a:t>
            </a:r>
          </a:p>
          <a:p>
            <a:pPr marL="0" indent="0">
              <a:buNone/>
            </a:pPr>
            <a:endParaRPr lang="en-IN" sz="1600" b="0" dirty="0">
              <a:solidFill>
                <a:schemeClr val="tx2">
                  <a:lumMod val="95000"/>
                  <a:lumOff val="5000"/>
                </a:schemeClr>
              </a:solidFill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en-IN" sz="1600" b="0" dirty="0">
              <a:solidFill>
                <a:schemeClr val="tx2">
                  <a:lumMod val="95000"/>
                  <a:lumOff val="5000"/>
                </a:schemeClr>
              </a:solidFill>
              <a:latin typeface="Bahnschrift" panose="020B0502040204020203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160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IDMC (Integration &amp; Transformation)</a:t>
            </a:r>
          </a:p>
          <a:p>
            <a:pPr marL="0" indent="0">
              <a:buNone/>
            </a:pPr>
            <a:r>
              <a:rPr lang="en-IN" sz="1600" b="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CDI transformation for SCD2 and cleaning </a:t>
            </a:r>
          </a:p>
          <a:p>
            <a:pPr marL="0" indent="0">
              <a:buNone/>
            </a:pPr>
            <a:r>
              <a:rPr lang="en-IN" sz="1600" b="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60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Streamlit </a:t>
            </a:r>
          </a:p>
          <a:p>
            <a:pPr marL="0" indent="0">
              <a:buNone/>
            </a:pPr>
            <a:r>
              <a:rPr lang="en-IN" sz="1600" b="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Streamlit – Interactive web-based dashboard for real-time business insights.</a:t>
            </a:r>
          </a:p>
          <a:p>
            <a:pPr marL="0" indent="0">
              <a:buNone/>
            </a:pPr>
            <a:r>
              <a:rPr lang="en-IN" sz="1600" b="0" dirty="0">
                <a:solidFill>
                  <a:schemeClr val="tx2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Cortex Search – Enables semantic document search across policies, KPIs, and SOPs.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8B0511-2A42-6C28-C314-B5FF1EA5F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273" y="1255928"/>
            <a:ext cx="1071563" cy="1071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A18D39-200E-2C59-74C5-3AA5772151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273" y="2606529"/>
            <a:ext cx="1071563" cy="10715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A9BE3B-E12B-DA92-2677-8F86CBD293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770" y="3838357"/>
            <a:ext cx="1112221" cy="11271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4695C6-A162-13C8-6438-42D8339FF1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273" y="5125805"/>
            <a:ext cx="1065718" cy="106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131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69238194-BA3C-9752-E814-AEE0007B1D1D}"/>
              </a:ext>
            </a:extLst>
          </p:cNvPr>
          <p:cNvSpPr txBox="1">
            <a:spLocks/>
          </p:cNvSpPr>
          <p:nvPr/>
        </p:nvSpPr>
        <p:spPr>
          <a:xfrm>
            <a:off x="1118848" y="1377568"/>
            <a:ext cx="8911647" cy="434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sz="2300" dirty="0">
              <a:solidFill>
                <a:schemeClr val="accent1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59BC9E6D-7C58-AC36-1743-037CBFA6E8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18848" y="785344"/>
            <a:ext cx="8911647" cy="434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500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</a:rPr>
              <a:t>4. Architecture Overview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0C2425-C8C9-F2D6-D1D6-97C997BBD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786" y="1969792"/>
            <a:ext cx="10368428" cy="375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519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FFF7FF-3722-11B5-302A-5BB039190715}"/>
              </a:ext>
            </a:extLst>
          </p:cNvPr>
          <p:cNvGraphicFramePr>
            <a:graphicFrameLocks noGrp="1"/>
          </p:cNvGraphicFramePr>
          <p:nvPr>
            <p:ph idx="15"/>
            <p:extLst>
              <p:ext uri="{D42A27DB-BD31-4B8C-83A1-F6EECF244321}">
                <p14:modId xmlns:p14="http://schemas.microsoft.com/office/powerpoint/2010/main" val="449689680"/>
              </p:ext>
            </p:extLst>
          </p:nvPr>
        </p:nvGraphicFramePr>
        <p:xfrm>
          <a:off x="1118847" y="1969792"/>
          <a:ext cx="9937079" cy="3432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EDB4E042-095A-C7E7-DD07-5E72B0D8A348}"/>
              </a:ext>
            </a:extLst>
          </p:cNvPr>
          <p:cNvSpPr txBox="1">
            <a:spLocks/>
          </p:cNvSpPr>
          <p:nvPr/>
        </p:nvSpPr>
        <p:spPr>
          <a:xfrm>
            <a:off x="1118848" y="1377568"/>
            <a:ext cx="8911647" cy="434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300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</a:rPr>
              <a:t>5.1 Data Sources-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sz="2300" dirty="0">
              <a:solidFill>
                <a:schemeClr val="accent1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5B51C1-0046-63AF-E4B8-C0EEC2EF8B6E}"/>
              </a:ext>
            </a:extLst>
          </p:cNvPr>
          <p:cNvSpPr txBox="1"/>
          <p:nvPr/>
        </p:nvSpPr>
        <p:spPr>
          <a:xfrm>
            <a:off x="1036320" y="538480"/>
            <a:ext cx="83007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</a:rPr>
              <a:t>5. ETL Process Overview</a:t>
            </a:r>
            <a:endParaRPr lang="en-IN" sz="2500" b="1" dirty="0">
              <a:solidFill>
                <a:schemeClr val="accent1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005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8371E-3EBB-FFAA-9367-9CEC445272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</a:rPr>
              <a:t>5.2 Transformations</a:t>
            </a:r>
          </a:p>
          <a:p>
            <a:pPr marL="0" indent="0">
              <a:buNone/>
            </a:pPr>
            <a:endParaRPr lang="en-US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B7CEDF-F232-B09B-60D6-E4D6C2B3D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1243360"/>
            <a:ext cx="7332519" cy="18764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9BF117-AEE6-C09C-04FA-2B1B3C0B6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702" y="3224732"/>
            <a:ext cx="8669897" cy="2580327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45584A85-A990-94C0-E387-72710F8F13F6}"/>
              </a:ext>
            </a:extLst>
          </p:cNvPr>
          <p:cNvSpPr txBox="1">
            <a:spLocks/>
          </p:cNvSpPr>
          <p:nvPr/>
        </p:nvSpPr>
        <p:spPr>
          <a:xfrm>
            <a:off x="8028803" y="1847283"/>
            <a:ext cx="2736179" cy="434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300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</a:rPr>
              <a:t>Cleaning Mapping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B8E6207B-E5DA-C62A-A4A3-C64E5E0680DF}"/>
              </a:ext>
            </a:extLst>
          </p:cNvPr>
          <p:cNvSpPr txBox="1">
            <a:spLocks/>
          </p:cNvSpPr>
          <p:nvPr/>
        </p:nvSpPr>
        <p:spPr>
          <a:xfrm>
            <a:off x="533399" y="4514895"/>
            <a:ext cx="3467101" cy="434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300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</a:rPr>
              <a:t>SCD Type – 2 Mapping</a:t>
            </a:r>
          </a:p>
        </p:txBody>
      </p:sp>
    </p:spTree>
    <p:extLst>
      <p:ext uri="{BB962C8B-B14F-4D97-AF65-F5344CB8AC3E}">
        <p14:creationId xmlns:p14="http://schemas.microsoft.com/office/powerpoint/2010/main" val="1923775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42EC23-8D56-7037-08FF-29FFDAF0373C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tretch>
            <a:fillRect/>
          </a:stretch>
        </p:blipFill>
        <p:spPr>
          <a:xfrm>
            <a:off x="813956" y="2057391"/>
            <a:ext cx="6228812" cy="3628281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4C026A-072F-8D9C-C18E-5211A8F15E2D}"/>
              </a:ext>
            </a:extLst>
          </p:cNvPr>
          <p:cNvSpPr txBox="1"/>
          <p:nvPr/>
        </p:nvSpPr>
        <p:spPr>
          <a:xfrm>
            <a:off x="7182271" y="2757399"/>
            <a:ext cx="4019129" cy="2928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  <a:cs typeface="Calibri" panose="020F0502020204030204" pitchFamily="34" charset="0"/>
              </a:rPr>
              <a:t>Benefits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  <a:cs typeface="Calibri" panose="020F0502020204030204" pitchFamily="34" charset="0"/>
              </a:rPr>
              <a:t> Fast analytical queries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  <a:cs typeface="Calibri" panose="020F0502020204030204" pitchFamily="34" charset="0"/>
              </a:rPr>
              <a:t> Simplified reporting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  <a:cs typeface="Calibri" panose="020F0502020204030204" pitchFamily="34" charset="0"/>
              </a:rPr>
              <a:t> Historical tracking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  <a:cs typeface="Calibri" panose="020F0502020204030204" pitchFamily="34" charset="0"/>
              </a:rPr>
              <a:t> Easy BI integration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52E712-186B-D91C-9C20-A98BE283D1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3956" y="854302"/>
            <a:ext cx="11125200" cy="43497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</a:rPr>
              <a:t>6</a:t>
            </a:r>
            <a:r>
              <a:rPr lang="en-US" sz="2500" b="1" kern="1200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</a:rPr>
              <a:t>. Schema Design and Table Structure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966FAF03-174F-93AF-C5A0-F67771727EEE}"/>
              </a:ext>
            </a:extLst>
          </p:cNvPr>
          <p:cNvSpPr txBox="1">
            <a:spLocks/>
          </p:cNvSpPr>
          <p:nvPr/>
        </p:nvSpPr>
        <p:spPr>
          <a:xfrm>
            <a:off x="813956" y="1455846"/>
            <a:ext cx="11125200" cy="434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300" dirty="0">
              <a:solidFill>
                <a:schemeClr val="accent1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62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F269B2-4212-354B-0A39-B05610B9F1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2398" y="746670"/>
            <a:ext cx="8911647" cy="434975"/>
          </a:xfrm>
        </p:spPr>
        <p:txBody>
          <a:bodyPr/>
          <a:lstStyle/>
          <a:p>
            <a:pPr marL="0" indent="0">
              <a:buNone/>
            </a:pPr>
            <a:r>
              <a:rPr lang="en-IN" sz="2300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</a:rPr>
              <a:t>7. IDMC TASKFLOWS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4267359-5F4F-662E-9FC6-013E5C939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2337614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B6E9871D-0046-8F06-643B-92277F237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2964577"/>
            <a:ext cx="22153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E0357AD0-4766-E3C2-38A6-CA405135B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6036" y="2251619"/>
            <a:ext cx="677190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5FF4AE-F014-3814-1316-3729DCC1B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97" y="1933326"/>
            <a:ext cx="10585969" cy="3550365"/>
          </a:xfrm>
          <a:prstGeom prst="rect">
            <a:avLst/>
          </a:prstGeom>
        </p:spPr>
      </p:pic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0CE0C468-DE38-3343-1AC7-9DEEE2B11240}"/>
              </a:ext>
            </a:extLst>
          </p:cNvPr>
          <p:cNvSpPr txBox="1">
            <a:spLocks/>
          </p:cNvSpPr>
          <p:nvPr/>
        </p:nvSpPr>
        <p:spPr>
          <a:xfrm>
            <a:off x="802397" y="1254610"/>
            <a:ext cx="8911647" cy="4349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300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</a:rPr>
              <a:t>7.1 Validation and Cleaning</a:t>
            </a:r>
          </a:p>
        </p:txBody>
      </p:sp>
    </p:spTree>
    <p:extLst>
      <p:ext uri="{BB962C8B-B14F-4D97-AF65-F5344CB8AC3E}">
        <p14:creationId xmlns:p14="http://schemas.microsoft.com/office/powerpoint/2010/main" val="395683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3CFF6-3806-5C3E-467D-7DD7D426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62800268-4BC8-B5AE-213A-20110523B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2337614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5BDDCBB6-3891-7095-A7C8-DA94BC9BE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2964577"/>
            <a:ext cx="22153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3F955D7C-BCCF-C708-DC37-742D864D7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6036" y="2251619"/>
            <a:ext cx="677190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F5BB7966-2CA4-2EE1-D3AE-9B93168D7D5C}"/>
              </a:ext>
            </a:extLst>
          </p:cNvPr>
          <p:cNvSpPr txBox="1">
            <a:spLocks/>
          </p:cNvSpPr>
          <p:nvPr/>
        </p:nvSpPr>
        <p:spPr>
          <a:xfrm>
            <a:off x="802397" y="1254610"/>
            <a:ext cx="8911647" cy="4349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300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</a:rPr>
              <a:t>7.2 Star Schema Formation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3FE2EE-93A7-E0AD-AD9C-D071A18E4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96" y="1762550"/>
            <a:ext cx="10239851" cy="384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54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0F4EB86-8D91-991C-5F3F-81CF258CB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866" y="1355323"/>
            <a:ext cx="8320268" cy="4680151"/>
          </a:xfrm>
          <a:prstGeom prst="rect">
            <a:avLst/>
          </a:prstGeom>
        </p:spPr>
      </p:pic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CDBA9DC5-FBB0-20BD-961D-0200B9DA82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2398" y="746670"/>
            <a:ext cx="8911647" cy="434975"/>
          </a:xfrm>
        </p:spPr>
        <p:txBody>
          <a:bodyPr/>
          <a:lstStyle/>
          <a:p>
            <a:pPr marL="0" indent="0">
              <a:buNone/>
            </a:pPr>
            <a:r>
              <a:rPr lang="en-IN" sz="2300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</a:rPr>
              <a:t>8. Streamlit Dashboard</a:t>
            </a:r>
          </a:p>
        </p:txBody>
      </p:sp>
    </p:spTree>
    <p:extLst>
      <p:ext uri="{BB962C8B-B14F-4D97-AF65-F5344CB8AC3E}">
        <p14:creationId xmlns:p14="http://schemas.microsoft.com/office/powerpoint/2010/main" val="3388780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BF9C3-95CF-EBAB-4038-C64838F44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25E13E38-47E4-4035-F7D7-6C45F3A752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2398" y="746670"/>
            <a:ext cx="8911647" cy="434975"/>
          </a:xfrm>
        </p:spPr>
        <p:txBody>
          <a:bodyPr/>
          <a:lstStyle/>
          <a:p>
            <a:pPr marL="0" indent="0">
              <a:buNone/>
            </a:pPr>
            <a:r>
              <a:rPr lang="en-IN" sz="2300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</a:rPr>
              <a:t>9. Cortex Search (RAG) and Cortex Analyst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A056D1-475A-86D2-4577-C5D6CDFAD33B}"/>
              </a:ext>
            </a:extLst>
          </p:cNvPr>
          <p:cNvSpPr txBox="1">
            <a:spLocks/>
          </p:cNvSpPr>
          <p:nvPr/>
        </p:nvSpPr>
        <p:spPr>
          <a:xfrm>
            <a:off x="802397" y="1254610"/>
            <a:ext cx="8911647" cy="4349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300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</a:rPr>
              <a:t>9.1 Cortex Search (RAG)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F102DD12-AD95-2D88-6DD0-A25FE764C844}"/>
              </a:ext>
            </a:extLst>
          </p:cNvPr>
          <p:cNvSpPr txBox="1">
            <a:spLocks/>
          </p:cNvSpPr>
          <p:nvPr/>
        </p:nvSpPr>
        <p:spPr>
          <a:xfrm>
            <a:off x="802397" y="1762551"/>
            <a:ext cx="10887377" cy="6377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dirty="0">
                <a:solidFill>
                  <a:schemeClr val="tx2"/>
                </a:solidFill>
                <a:latin typeface="Bahnschrift" panose="020B0502040204020203" pitchFamily="34" charset="0"/>
              </a:rPr>
              <a:t>Retrieval Augmented Generation (RAG): Grounding AI responses in our private, secure documents to ensure zero hallucinations.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B6CFF683-6F5D-B71F-23D8-6A88EECE9F18}"/>
              </a:ext>
            </a:extLst>
          </p:cNvPr>
          <p:cNvSpPr txBox="1">
            <a:spLocks/>
          </p:cNvSpPr>
          <p:nvPr/>
        </p:nvSpPr>
        <p:spPr>
          <a:xfrm>
            <a:off x="802396" y="2473267"/>
            <a:ext cx="8911647" cy="4349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300" dirty="0">
                <a:solidFill>
                  <a:schemeClr val="accent1">
                    <a:lumMod val="25000"/>
                  </a:schemeClr>
                </a:solidFill>
                <a:latin typeface="Bahnschrift" panose="020B0502040204020203" pitchFamily="34" charset="0"/>
              </a:rPr>
              <a:t>9.2 Cortex Analyst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BEF81E5-680B-04A2-DB34-34F2F48718EE}"/>
              </a:ext>
            </a:extLst>
          </p:cNvPr>
          <p:cNvSpPr txBox="1">
            <a:spLocks/>
          </p:cNvSpPr>
          <p:nvPr/>
        </p:nvSpPr>
        <p:spPr>
          <a:xfrm>
            <a:off x="802396" y="2981208"/>
            <a:ext cx="10887377" cy="9685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0" dirty="0">
                <a:solidFill>
                  <a:schemeClr val="tx2"/>
                </a:solidFill>
                <a:latin typeface="Bahnschrift" panose="020B0502040204020203" pitchFamily="34" charset="0"/>
              </a:rPr>
              <a:t>Zero-Code Analytics: Turning plain English questions into optimized SQL queries instantly.</a:t>
            </a:r>
          </a:p>
          <a:p>
            <a:r>
              <a:rPr lang="en-IN" sz="1800" b="0" dirty="0">
                <a:solidFill>
                  <a:schemeClr val="tx2"/>
                </a:solidFill>
                <a:latin typeface="Bahnschrift" panose="020B0502040204020203" pitchFamily="34" charset="0"/>
              </a:rPr>
              <a:t>The AI Translator: Bridging the gap between business questions and database logic using semantic models.</a:t>
            </a:r>
          </a:p>
        </p:txBody>
      </p:sp>
    </p:spTree>
    <p:extLst>
      <p:ext uri="{BB962C8B-B14F-4D97-AF65-F5344CB8AC3E}">
        <p14:creationId xmlns:p14="http://schemas.microsoft.com/office/powerpoint/2010/main" val="175774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DB2B9B-DFAC-0E48-FC1D-B5B0DA45A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2435" y="3032349"/>
            <a:ext cx="3601189" cy="793302"/>
          </a:xfrm>
        </p:spPr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85503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M">
      <a:dk1>
        <a:srgbClr val="595959"/>
      </a:dk1>
      <a:lt1>
        <a:srgbClr val="FFFFFF"/>
      </a:lt1>
      <a:dk2>
        <a:srgbClr val="000000"/>
      </a:dk2>
      <a:lt2>
        <a:srgbClr val="FFFFFF"/>
      </a:lt2>
      <a:accent1>
        <a:srgbClr val="BCD9F3"/>
      </a:accent1>
      <a:accent2>
        <a:srgbClr val="97C4EC"/>
      </a:accent2>
      <a:accent3>
        <a:srgbClr val="60A5E2"/>
      </a:accent3>
      <a:accent4>
        <a:srgbClr val="EF7C00"/>
      </a:accent4>
      <a:accent5>
        <a:srgbClr val="C8CA05"/>
      </a:accent5>
      <a:accent6>
        <a:srgbClr val="33682B"/>
      </a:accent6>
      <a:hlink>
        <a:srgbClr val="64B3E3"/>
      </a:hlink>
      <a:folHlink>
        <a:srgbClr val="004683"/>
      </a:folHlink>
    </a:clrScheme>
    <a:fontScheme name="Frutiger">
      <a:majorFont>
        <a:latin typeface="Frutiger 45 bold"/>
        <a:ea typeface=""/>
        <a:cs typeface=""/>
      </a:majorFont>
      <a:minorFont>
        <a:latin typeface="Frutiger 4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TIMindtree PowerPoint Template  -  Read-Only" id="{D2D078E9-0747-433B-9A53-87E4E1206723}" vid="{02E04BAB-B372-49B2-8DFC-CCA9479795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88563cb8-e9e3-40d4-951f-126d0c29510d">QUMXH5H4ZXKS-875811578-11</_dlc_DocId>
    <_dlc_DocIdUrl xmlns="88563cb8-e9e3-40d4-951f-126d0c29510d">
      <Url>https://mindtreeonline.sharepoint.com/sites/LTIMindtree-Corporate-Templates/_layouts/15/DocIdRedir.aspx?ID=QUMXH5H4ZXKS-875811578-11</Url>
      <Description>QUMXH5H4ZXKS-875811578-11</Description>
    </_dlc_DocIdUrl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E668FDB297BA418F5A6539855E71B7" ma:contentTypeVersion="3" ma:contentTypeDescription="Create a new document." ma:contentTypeScope="" ma:versionID="4294c225a3417baf4b70885d580e1778">
  <xsd:schema xmlns:xsd="http://www.w3.org/2001/XMLSchema" xmlns:xs="http://www.w3.org/2001/XMLSchema" xmlns:p="http://schemas.microsoft.com/office/2006/metadata/properties" xmlns:ns2="88563cb8-e9e3-40d4-951f-126d0c29510d" xmlns:ns3="dc0ddbac-d92f-4135-ae82-46af643a22eb" targetNamespace="http://schemas.microsoft.com/office/2006/metadata/properties" ma:root="true" ma:fieldsID="4f00704ce9a2416b2cdaa5d136de8e77" ns2:_="" ns3:_="">
    <xsd:import namespace="88563cb8-e9e3-40d4-951f-126d0c29510d"/>
    <xsd:import namespace="dc0ddbac-d92f-4135-ae82-46af643a22e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563cb8-e9e3-40d4-951f-126d0c29510d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0ddbac-d92f-4135-ae82-46af643a22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C474493-4661-4534-A819-8424B96FDD6F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3998B09E-68DE-4B62-A34E-BB5B738ECC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55CB52-33A3-4B47-8C1D-0EE24875E3DC}">
  <ds:schemaRefs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2006/documentManagement/types"/>
    <ds:schemaRef ds:uri="dc0ddbac-d92f-4135-ae82-46af643a22eb"/>
    <ds:schemaRef ds:uri="http://purl.org/dc/dcmitype/"/>
    <ds:schemaRef ds:uri="http://www.w3.org/XML/1998/namespace"/>
    <ds:schemaRef ds:uri="88563cb8-e9e3-40d4-951f-126d0c29510d"/>
    <ds:schemaRef ds:uri="http://purl.org/dc/terms/"/>
  </ds:schemaRefs>
</ds:datastoreItem>
</file>

<file path=customXml/itemProps4.xml><?xml version="1.0" encoding="utf-8"?>
<ds:datastoreItem xmlns:ds="http://schemas.openxmlformats.org/officeDocument/2006/customXml" ds:itemID="{BACBCD0B-8E49-473F-9B37-931C1D238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563cb8-e9e3-40d4-951f-126d0c29510d"/>
    <ds:schemaRef ds:uri="dc0ddbac-d92f-4135-ae82-46af643a22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LTIMindtree PowerPoint Template - Capstone Project</Template>
  <TotalTime>3839</TotalTime>
  <Words>387</Words>
  <Application>Microsoft Office PowerPoint</Application>
  <PresentationFormat>Widescreen</PresentationFormat>
  <Paragraphs>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Aptos</vt:lpstr>
      <vt:lpstr>Arial</vt:lpstr>
      <vt:lpstr>Bahnschrift</vt:lpstr>
      <vt:lpstr>Calibri</vt:lpstr>
      <vt:lpstr>Courier New</vt:lpstr>
      <vt:lpstr>Frutiger 45 bold</vt:lpstr>
      <vt:lpstr>Frutiger 45 Light</vt:lpstr>
      <vt:lpstr>Frutiger LT Pro 45 Light</vt:lpstr>
      <vt:lpstr>Segoe UI</vt:lpstr>
      <vt:lpstr>Symbol</vt:lpstr>
      <vt:lpstr>Wingdings</vt:lpstr>
      <vt:lpstr>Office Theme</vt:lpstr>
      <vt:lpstr>Loan Management Analytics Platform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Swarna Kudva</dc:creator>
  <cp:lastModifiedBy>Alok Bhagwan Bhoye</cp:lastModifiedBy>
  <cp:revision>22</cp:revision>
  <dcterms:created xsi:type="dcterms:W3CDTF">2026-02-06T14:46:32Z</dcterms:created>
  <dcterms:modified xsi:type="dcterms:W3CDTF">2026-02-10T02:55:59Z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0x0101001EE668FDB297BA418F5A6539855E71B7</vt:lpwstr>
  </property>
  <property fmtid="{D5CDD505-2E9C-101B-9397-08002B2CF9AE}" pid="3" name="_dlc_DocIdItemGuid">
    <vt:lpwstr>36da67c7-b504-4aea-865b-0e87cedc899d</vt:lpwstr>
  </property>
</Properties>
</file>